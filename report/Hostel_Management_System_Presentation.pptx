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58AC54-3717-4159-A158-0628426A88C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4DEC72-1689-428D-8E67-A82D1B74BE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MERN stack college project</a:t>
          </a:r>
        </a:p>
      </dgm:t>
    </dgm:pt>
    <dgm:pt modelId="{23648DA7-CFF8-4990-AB3D-F4C4F058493B}" type="parTrans" cxnId="{C0F6E147-E5FB-4F12-A686-110A8E94E409}">
      <dgm:prSet/>
      <dgm:spPr/>
      <dgm:t>
        <a:bodyPr/>
        <a:lstStyle/>
        <a:p>
          <a:endParaRPr lang="en-US"/>
        </a:p>
      </dgm:t>
    </dgm:pt>
    <dgm:pt modelId="{12852377-AAF4-430C-B95A-113A0E46F9AA}" type="sibTrans" cxnId="{C0F6E147-E5FB-4F12-A686-110A8E94E409}">
      <dgm:prSet/>
      <dgm:spPr/>
      <dgm:t>
        <a:bodyPr/>
        <a:lstStyle/>
        <a:p>
          <a:endParaRPr lang="en-US"/>
        </a:p>
      </dgm:t>
    </dgm:pt>
    <dgm:pt modelId="{F9F0ABA3-C345-4723-96E0-0C7CBC580C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Role-based dashboards for admin, staff, and resident</a:t>
          </a:r>
        </a:p>
      </dgm:t>
    </dgm:pt>
    <dgm:pt modelId="{5C9241C2-0614-4CCF-87DF-34F6D3F02288}" type="parTrans" cxnId="{6AC5F0FC-5342-4A56-AD41-6A416BA4ED69}">
      <dgm:prSet/>
      <dgm:spPr/>
      <dgm:t>
        <a:bodyPr/>
        <a:lstStyle/>
        <a:p>
          <a:endParaRPr lang="en-US"/>
        </a:p>
      </dgm:t>
    </dgm:pt>
    <dgm:pt modelId="{693C5731-6C92-4CEF-8819-B83CE49CDB60}" type="sibTrans" cxnId="{6AC5F0FC-5342-4A56-AD41-6A416BA4ED69}">
      <dgm:prSet/>
      <dgm:spPr/>
      <dgm:t>
        <a:bodyPr/>
        <a:lstStyle/>
        <a:p>
          <a:endParaRPr lang="en-US"/>
        </a:p>
      </dgm:t>
    </dgm:pt>
    <dgm:pt modelId="{22834A24-4E25-4AC9-BA06-9920786146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PhonePe UAT payment integration</a:t>
          </a:r>
        </a:p>
      </dgm:t>
    </dgm:pt>
    <dgm:pt modelId="{D2747167-186B-4575-9400-36A7B532B546}" type="parTrans" cxnId="{5F83004A-2788-4AB7-BD57-75F60FDA01AC}">
      <dgm:prSet/>
      <dgm:spPr/>
      <dgm:t>
        <a:bodyPr/>
        <a:lstStyle/>
        <a:p>
          <a:endParaRPr lang="en-US"/>
        </a:p>
      </dgm:t>
    </dgm:pt>
    <dgm:pt modelId="{1AE2D9F6-E698-42D4-9C60-F72C3BF6A6B7}" type="sibTrans" cxnId="{5F83004A-2788-4AB7-BD57-75F60FDA01AC}">
      <dgm:prSet/>
      <dgm:spPr/>
      <dgm:t>
        <a:bodyPr/>
        <a:lstStyle/>
        <a:p>
          <a:endParaRPr lang="en-US"/>
        </a:p>
      </dgm:t>
    </dgm:pt>
    <dgm:pt modelId="{B7D0D3B5-17A5-42EA-9F93-24BB270214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deployment ready</a:t>
          </a:r>
        </a:p>
      </dgm:t>
    </dgm:pt>
    <dgm:pt modelId="{0FB56216-E5EF-4F7E-A76B-7CCED01AF6E8}" type="parTrans" cxnId="{833F18D9-CC0C-490D-94C9-9372A9DCC068}">
      <dgm:prSet/>
      <dgm:spPr/>
      <dgm:t>
        <a:bodyPr/>
        <a:lstStyle/>
        <a:p>
          <a:endParaRPr lang="en-US"/>
        </a:p>
      </dgm:t>
    </dgm:pt>
    <dgm:pt modelId="{5EFB9CBA-83B1-4A7D-879A-8E33C47980C9}" type="sibTrans" cxnId="{833F18D9-CC0C-490D-94C9-9372A9DCC068}">
      <dgm:prSet/>
      <dgm:spPr/>
      <dgm:t>
        <a:bodyPr/>
        <a:lstStyle/>
        <a:p>
          <a:endParaRPr lang="en-US"/>
        </a:p>
      </dgm:t>
    </dgm:pt>
    <dgm:pt modelId="{C9D82094-B45B-4110-9FF5-88C9D6040633}" type="pres">
      <dgm:prSet presAssocID="{BA58AC54-3717-4159-A158-0628426A88CE}" presName="root" presStyleCnt="0">
        <dgm:presLayoutVars>
          <dgm:dir/>
          <dgm:resizeHandles val="exact"/>
        </dgm:presLayoutVars>
      </dgm:prSet>
      <dgm:spPr/>
    </dgm:pt>
    <dgm:pt modelId="{14B4F960-3A62-4413-8F09-376E4BF9C58F}" type="pres">
      <dgm:prSet presAssocID="{D34DEC72-1689-428D-8E67-A82D1B74BEF2}" presName="compNode" presStyleCnt="0"/>
      <dgm:spPr/>
    </dgm:pt>
    <dgm:pt modelId="{967534FD-A673-4687-A799-857BFAE50380}" type="pres">
      <dgm:prSet presAssocID="{D34DEC72-1689-428D-8E67-A82D1B74BEF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894FA7E0-5D51-48F9-9F93-5F6164795BA0}" type="pres">
      <dgm:prSet presAssocID="{D34DEC72-1689-428D-8E67-A82D1B74BEF2}" presName="spaceRect" presStyleCnt="0"/>
      <dgm:spPr/>
    </dgm:pt>
    <dgm:pt modelId="{9CB3EEE1-916C-4F44-94B9-D6C641F4CA57}" type="pres">
      <dgm:prSet presAssocID="{D34DEC72-1689-428D-8E67-A82D1B74BEF2}" presName="textRect" presStyleLbl="revTx" presStyleIdx="0" presStyleCnt="4">
        <dgm:presLayoutVars>
          <dgm:chMax val="1"/>
          <dgm:chPref val="1"/>
        </dgm:presLayoutVars>
      </dgm:prSet>
      <dgm:spPr/>
    </dgm:pt>
    <dgm:pt modelId="{3688E618-BEF2-4CDB-B498-F439442B6F19}" type="pres">
      <dgm:prSet presAssocID="{12852377-AAF4-430C-B95A-113A0E46F9AA}" presName="sibTrans" presStyleCnt="0"/>
      <dgm:spPr/>
    </dgm:pt>
    <dgm:pt modelId="{973CB385-CDFB-492C-8829-A0B8AE9E7631}" type="pres">
      <dgm:prSet presAssocID="{F9F0ABA3-C345-4723-96E0-0C7CBC580C3D}" presName="compNode" presStyleCnt="0"/>
      <dgm:spPr/>
    </dgm:pt>
    <dgm:pt modelId="{DC9831D4-C485-42D7-82E6-83F32FC1D523}" type="pres">
      <dgm:prSet presAssocID="{F9F0ABA3-C345-4723-96E0-0C7CBC580C3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1304082-FCDC-488D-B35B-F6D006F285E4}" type="pres">
      <dgm:prSet presAssocID="{F9F0ABA3-C345-4723-96E0-0C7CBC580C3D}" presName="spaceRect" presStyleCnt="0"/>
      <dgm:spPr/>
    </dgm:pt>
    <dgm:pt modelId="{841520BF-D08C-49CE-A89E-6613081E662D}" type="pres">
      <dgm:prSet presAssocID="{F9F0ABA3-C345-4723-96E0-0C7CBC580C3D}" presName="textRect" presStyleLbl="revTx" presStyleIdx="1" presStyleCnt="4">
        <dgm:presLayoutVars>
          <dgm:chMax val="1"/>
          <dgm:chPref val="1"/>
        </dgm:presLayoutVars>
      </dgm:prSet>
      <dgm:spPr/>
    </dgm:pt>
    <dgm:pt modelId="{53816AA6-7D91-4703-B2A2-6EEA6D55C892}" type="pres">
      <dgm:prSet presAssocID="{693C5731-6C92-4CEF-8819-B83CE49CDB60}" presName="sibTrans" presStyleCnt="0"/>
      <dgm:spPr/>
    </dgm:pt>
    <dgm:pt modelId="{08DDC11E-2B78-4A02-B3ED-0DFF4241BEAF}" type="pres">
      <dgm:prSet presAssocID="{22834A24-4E25-4AC9-BA06-99207861464C}" presName="compNode" presStyleCnt="0"/>
      <dgm:spPr/>
    </dgm:pt>
    <dgm:pt modelId="{96D19F95-7782-4849-B67F-43FF6827EFA6}" type="pres">
      <dgm:prSet presAssocID="{22834A24-4E25-4AC9-BA06-99207861464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07E743C-6A95-4270-8F9A-1143DC54448C}" type="pres">
      <dgm:prSet presAssocID="{22834A24-4E25-4AC9-BA06-99207861464C}" presName="spaceRect" presStyleCnt="0"/>
      <dgm:spPr/>
    </dgm:pt>
    <dgm:pt modelId="{DD675C39-6DBB-42EE-BD18-E82D58217BE6}" type="pres">
      <dgm:prSet presAssocID="{22834A24-4E25-4AC9-BA06-99207861464C}" presName="textRect" presStyleLbl="revTx" presStyleIdx="2" presStyleCnt="4">
        <dgm:presLayoutVars>
          <dgm:chMax val="1"/>
          <dgm:chPref val="1"/>
        </dgm:presLayoutVars>
      </dgm:prSet>
      <dgm:spPr/>
    </dgm:pt>
    <dgm:pt modelId="{5265C25A-4246-4C2D-9786-31992D2E1200}" type="pres">
      <dgm:prSet presAssocID="{1AE2D9F6-E698-42D4-9C60-F72C3BF6A6B7}" presName="sibTrans" presStyleCnt="0"/>
      <dgm:spPr/>
    </dgm:pt>
    <dgm:pt modelId="{32A49D74-1476-437B-BA4B-C176ECBB6AE0}" type="pres">
      <dgm:prSet presAssocID="{B7D0D3B5-17A5-42EA-9F93-24BB270214E6}" presName="compNode" presStyleCnt="0"/>
      <dgm:spPr/>
    </dgm:pt>
    <dgm:pt modelId="{BF3F4CD5-EF16-430A-B50C-7DEF8C1CF322}" type="pres">
      <dgm:prSet presAssocID="{B7D0D3B5-17A5-42EA-9F93-24BB270214E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2D9C7680-C429-403E-976D-20BB825639D7}" type="pres">
      <dgm:prSet presAssocID="{B7D0D3B5-17A5-42EA-9F93-24BB270214E6}" presName="spaceRect" presStyleCnt="0"/>
      <dgm:spPr/>
    </dgm:pt>
    <dgm:pt modelId="{C2E3C317-F925-42ED-998D-38C1D0015C36}" type="pres">
      <dgm:prSet presAssocID="{B7D0D3B5-17A5-42EA-9F93-24BB270214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A70C01-58F4-48CC-93D0-75E048FD11E0}" type="presOf" srcId="{D34DEC72-1689-428D-8E67-A82D1B74BEF2}" destId="{9CB3EEE1-916C-4F44-94B9-D6C641F4CA57}" srcOrd="0" destOrd="0" presId="urn:microsoft.com/office/officeart/2018/2/layout/IconLabelList"/>
    <dgm:cxn modelId="{C488CB12-0A5B-437B-A2EE-8EDC197E323B}" type="presOf" srcId="{B7D0D3B5-17A5-42EA-9F93-24BB270214E6}" destId="{C2E3C317-F925-42ED-998D-38C1D0015C36}" srcOrd="0" destOrd="0" presId="urn:microsoft.com/office/officeart/2018/2/layout/IconLabelList"/>
    <dgm:cxn modelId="{C0F6E147-E5FB-4F12-A686-110A8E94E409}" srcId="{BA58AC54-3717-4159-A158-0628426A88CE}" destId="{D34DEC72-1689-428D-8E67-A82D1B74BEF2}" srcOrd="0" destOrd="0" parTransId="{23648DA7-CFF8-4990-AB3D-F4C4F058493B}" sibTransId="{12852377-AAF4-430C-B95A-113A0E46F9AA}"/>
    <dgm:cxn modelId="{5F83004A-2788-4AB7-BD57-75F60FDA01AC}" srcId="{BA58AC54-3717-4159-A158-0628426A88CE}" destId="{22834A24-4E25-4AC9-BA06-99207861464C}" srcOrd="2" destOrd="0" parTransId="{D2747167-186B-4575-9400-36A7B532B546}" sibTransId="{1AE2D9F6-E698-42D4-9C60-F72C3BF6A6B7}"/>
    <dgm:cxn modelId="{52C40196-CFDF-4E40-841E-D3F31C7AD640}" type="presOf" srcId="{22834A24-4E25-4AC9-BA06-99207861464C}" destId="{DD675C39-6DBB-42EE-BD18-E82D58217BE6}" srcOrd="0" destOrd="0" presId="urn:microsoft.com/office/officeart/2018/2/layout/IconLabelList"/>
    <dgm:cxn modelId="{DD1182B5-6125-4049-9A32-A6809CA0B494}" type="presOf" srcId="{F9F0ABA3-C345-4723-96E0-0C7CBC580C3D}" destId="{841520BF-D08C-49CE-A89E-6613081E662D}" srcOrd="0" destOrd="0" presId="urn:microsoft.com/office/officeart/2018/2/layout/IconLabelList"/>
    <dgm:cxn modelId="{833F18D9-CC0C-490D-94C9-9372A9DCC068}" srcId="{BA58AC54-3717-4159-A158-0628426A88CE}" destId="{B7D0D3B5-17A5-42EA-9F93-24BB270214E6}" srcOrd="3" destOrd="0" parTransId="{0FB56216-E5EF-4F7E-A76B-7CCED01AF6E8}" sibTransId="{5EFB9CBA-83B1-4A7D-879A-8E33C47980C9}"/>
    <dgm:cxn modelId="{73971EDF-6E87-46D4-9975-8A3CBDA3571C}" type="presOf" srcId="{BA58AC54-3717-4159-A158-0628426A88CE}" destId="{C9D82094-B45B-4110-9FF5-88C9D6040633}" srcOrd="0" destOrd="0" presId="urn:microsoft.com/office/officeart/2018/2/layout/IconLabelList"/>
    <dgm:cxn modelId="{6AC5F0FC-5342-4A56-AD41-6A416BA4ED69}" srcId="{BA58AC54-3717-4159-A158-0628426A88CE}" destId="{F9F0ABA3-C345-4723-96E0-0C7CBC580C3D}" srcOrd="1" destOrd="0" parTransId="{5C9241C2-0614-4CCF-87DF-34F6D3F02288}" sibTransId="{693C5731-6C92-4CEF-8819-B83CE49CDB60}"/>
    <dgm:cxn modelId="{AEF7FBC4-FC7C-46C4-B9BA-51D8B940D5DA}" type="presParOf" srcId="{C9D82094-B45B-4110-9FF5-88C9D6040633}" destId="{14B4F960-3A62-4413-8F09-376E4BF9C58F}" srcOrd="0" destOrd="0" presId="urn:microsoft.com/office/officeart/2018/2/layout/IconLabelList"/>
    <dgm:cxn modelId="{0C551AD0-2DFB-4576-BCC2-D9F67FAC3877}" type="presParOf" srcId="{14B4F960-3A62-4413-8F09-376E4BF9C58F}" destId="{967534FD-A673-4687-A799-857BFAE50380}" srcOrd="0" destOrd="0" presId="urn:microsoft.com/office/officeart/2018/2/layout/IconLabelList"/>
    <dgm:cxn modelId="{76794321-6AF0-42F6-9A25-121EAE2B24D1}" type="presParOf" srcId="{14B4F960-3A62-4413-8F09-376E4BF9C58F}" destId="{894FA7E0-5D51-48F9-9F93-5F6164795BA0}" srcOrd="1" destOrd="0" presId="urn:microsoft.com/office/officeart/2018/2/layout/IconLabelList"/>
    <dgm:cxn modelId="{4336C6FA-1FA4-4C5A-B9F7-E0B5BCCC636C}" type="presParOf" srcId="{14B4F960-3A62-4413-8F09-376E4BF9C58F}" destId="{9CB3EEE1-916C-4F44-94B9-D6C641F4CA57}" srcOrd="2" destOrd="0" presId="urn:microsoft.com/office/officeart/2018/2/layout/IconLabelList"/>
    <dgm:cxn modelId="{BE6DB0FD-389B-4656-8875-91D172997896}" type="presParOf" srcId="{C9D82094-B45B-4110-9FF5-88C9D6040633}" destId="{3688E618-BEF2-4CDB-B498-F439442B6F19}" srcOrd="1" destOrd="0" presId="urn:microsoft.com/office/officeart/2018/2/layout/IconLabelList"/>
    <dgm:cxn modelId="{7EE48E94-2CC6-453F-A7AB-146F5AE08BD4}" type="presParOf" srcId="{C9D82094-B45B-4110-9FF5-88C9D6040633}" destId="{973CB385-CDFB-492C-8829-A0B8AE9E7631}" srcOrd="2" destOrd="0" presId="urn:microsoft.com/office/officeart/2018/2/layout/IconLabelList"/>
    <dgm:cxn modelId="{D3683284-E04D-4C35-BA1E-23DDD35F51B3}" type="presParOf" srcId="{973CB385-CDFB-492C-8829-A0B8AE9E7631}" destId="{DC9831D4-C485-42D7-82E6-83F32FC1D523}" srcOrd="0" destOrd="0" presId="urn:microsoft.com/office/officeart/2018/2/layout/IconLabelList"/>
    <dgm:cxn modelId="{C397FB2E-C9D9-4A48-9FC8-30F45FD4B9B2}" type="presParOf" srcId="{973CB385-CDFB-492C-8829-A0B8AE9E7631}" destId="{61304082-FCDC-488D-B35B-F6D006F285E4}" srcOrd="1" destOrd="0" presId="urn:microsoft.com/office/officeart/2018/2/layout/IconLabelList"/>
    <dgm:cxn modelId="{403D71D1-E215-4F39-8733-202B24507992}" type="presParOf" srcId="{973CB385-CDFB-492C-8829-A0B8AE9E7631}" destId="{841520BF-D08C-49CE-A89E-6613081E662D}" srcOrd="2" destOrd="0" presId="urn:microsoft.com/office/officeart/2018/2/layout/IconLabelList"/>
    <dgm:cxn modelId="{E2F88A3D-D4A7-4E7E-BF0F-6FCEAF867DD3}" type="presParOf" srcId="{C9D82094-B45B-4110-9FF5-88C9D6040633}" destId="{53816AA6-7D91-4703-B2A2-6EEA6D55C892}" srcOrd="3" destOrd="0" presId="urn:microsoft.com/office/officeart/2018/2/layout/IconLabelList"/>
    <dgm:cxn modelId="{407BF5AE-E3C0-4409-AC23-4BB88865CCE7}" type="presParOf" srcId="{C9D82094-B45B-4110-9FF5-88C9D6040633}" destId="{08DDC11E-2B78-4A02-B3ED-0DFF4241BEAF}" srcOrd="4" destOrd="0" presId="urn:microsoft.com/office/officeart/2018/2/layout/IconLabelList"/>
    <dgm:cxn modelId="{C91D3218-4615-4891-89D5-87A44EDF7D08}" type="presParOf" srcId="{08DDC11E-2B78-4A02-B3ED-0DFF4241BEAF}" destId="{96D19F95-7782-4849-B67F-43FF6827EFA6}" srcOrd="0" destOrd="0" presId="urn:microsoft.com/office/officeart/2018/2/layout/IconLabelList"/>
    <dgm:cxn modelId="{BAD58965-8614-4EBA-BB9D-46F6BDF73420}" type="presParOf" srcId="{08DDC11E-2B78-4A02-B3ED-0DFF4241BEAF}" destId="{B07E743C-6A95-4270-8F9A-1143DC54448C}" srcOrd="1" destOrd="0" presId="urn:microsoft.com/office/officeart/2018/2/layout/IconLabelList"/>
    <dgm:cxn modelId="{83E0A701-34EC-48D0-83B4-A9ADF99C0EE9}" type="presParOf" srcId="{08DDC11E-2B78-4A02-B3ED-0DFF4241BEAF}" destId="{DD675C39-6DBB-42EE-BD18-E82D58217BE6}" srcOrd="2" destOrd="0" presId="urn:microsoft.com/office/officeart/2018/2/layout/IconLabelList"/>
    <dgm:cxn modelId="{9482B06C-1FEE-4F17-BCC2-9E267C9ADEBC}" type="presParOf" srcId="{C9D82094-B45B-4110-9FF5-88C9D6040633}" destId="{5265C25A-4246-4C2D-9786-31992D2E1200}" srcOrd="5" destOrd="0" presId="urn:microsoft.com/office/officeart/2018/2/layout/IconLabelList"/>
    <dgm:cxn modelId="{03F3E990-9ED8-4EDB-8A01-C89F2FEA5E63}" type="presParOf" srcId="{C9D82094-B45B-4110-9FF5-88C9D6040633}" destId="{32A49D74-1476-437B-BA4B-C176ECBB6AE0}" srcOrd="6" destOrd="0" presId="urn:microsoft.com/office/officeart/2018/2/layout/IconLabelList"/>
    <dgm:cxn modelId="{769E798D-F6BE-4C65-AC75-63E122CAC462}" type="presParOf" srcId="{32A49D74-1476-437B-BA4B-C176ECBB6AE0}" destId="{BF3F4CD5-EF16-430A-B50C-7DEF8C1CF322}" srcOrd="0" destOrd="0" presId="urn:microsoft.com/office/officeart/2018/2/layout/IconLabelList"/>
    <dgm:cxn modelId="{CDD3ED09-C090-40B2-AF04-A6AE6016E093}" type="presParOf" srcId="{32A49D74-1476-437B-BA4B-C176ECBB6AE0}" destId="{2D9C7680-C429-403E-976D-20BB825639D7}" srcOrd="1" destOrd="0" presId="urn:microsoft.com/office/officeart/2018/2/layout/IconLabelList"/>
    <dgm:cxn modelId="{14FECCF0-C346-4FC4-BD63-DB92A4B16013}" type="presParOf" srcId="{32A49D74-1476-437B-BA4B-C176ECBB6AE0}" destId="{C2E3C317-F925-42ED-998D-38C1D0015C3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7836D2-5829-4F9E-A210-F98377C67C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6CAB36-1BD9-4A52-B76E-3FE1E52A7EF9}">
      <dgm:prSet/>
      <dgm:spPr/>
      <dgm:t>
        <a:bodyPr/>
        <a:lstStyle/>
        <a:p>
          <a:r>
            <a:rPr lang="en-US"/>
            <a:t>Manual records are slow and difficult to audit</a:t>
          </a:r>
        </a:p>
      </dgm:t>
    </dgm:pt>
    <dgm:pt modelId="{3BA37BD1-A648-4B76-93A6-98DBE2493934}" type="parTrans" cxnId="{84128BEA-3905-4CFB-A1F6-E8E00BC826F9}">
      <dgm:prSet/>
      <dgm:spPr/>
      <dgm:t>
        <a:bodyPr/>
        <a:lstStyle/>
        <a:p>
          <a:endParaRPr lang="en-US"/>
        </a:p>
      </dgm:t>
    </dgm:pt>
    <dgm:pt modelId="{E3F60BB6-CFE2-4B90-8F36-F6B3895FBB0B}" type="sibTrans" cxnId="{84128BEA-3905-4CFB-A1F6-E8E00BC826F9}">
      <dgm:prSet/>
      <dgm:spPr/>
      <dgm:t>
        <a:bodyPr/>
        <a:lstStyle/>
        <a:p>
          <a:endParaRPr lang="en-US"/>
        </a:p>
      </dgm:t>
    </dgm:pt>
    <dgm:pt modelId="{8403626B-6CDC-4969-B227-9A6686157F7C}">
      <dgm:prSet/>
      <dgm:spPr/>
      <dgm:t>
        <a:bodyPr/>
        <a:lstStyle/>
        <a:p>
          <a:r>
            <a:rPr lang="en-US"/>
            <a:t>Room allocation and billing need transparency</a:t>
          </a:r>
        </a:p>
      </dgm:t>
    </dgm:pt>
    <dgm:pt modelId="{1B9D1297-4936-4E3A-BFA2-C07520FDFB06}" type="parTrans" cxnId="{9B895DD6-5AEC-46BE-BB31-75AEC37B9B00}">
      <dgm:prSet/>
      <dgm:spPr/>
      <dgm:t>
        <a:bodyPr/>
        <a:lstStyle/>
        <a:p>
          <a:endParaRPr lang="en-US"/>
        </a:p>
      </dgm:t>
    </dgm:pt>
    <dgm:pt modelId="{35AD346D-BD1B-4EC8-A130-3E8940923FB8}" type="sibTrans" cxnId="{9B895DD6-5AEC-46BE-BB31-75AEC37B9B00}">
      <dgm:prSet/>
      <dgm:spPr/>
      <dgm:t>
        <a:bodyPr/>
        <a:lstStyle/>
        <a:p>
          <a:endParaRPr lang="en-US"/>
        </a:p>
      </dgm:t>
    </dgm:pt>
    <dgm:pt modelId="{626DE965-1BA8-4884-8713-C8CF212D69F0}">
      <dgm:prSet/>
      <dgm:spPr/>
      <dgm:t>
        <a:bodyPr/>
        <a:lstStyle/>
        <a:p>
          <a:r>
            <a:rPr lang="en-US"/>
            <a:t>Maintenance complaints need status tracking</a:t>
          </a:r>
        </a:p>
      </dgm:t>
    </dgm:pt>
    <dgm:pt modelId="{05B8D8E4-1E0C-43D7-9491-0135E65541A2}" type="parTrans" cxnId="{6344C905-7F60-4A77-8EED-6B72B8C264B9}">
      <dgm:prSet/>
      <dgm:spPr/>
      <dgm:t>
        <a:bodyPr/>
        <a:lstStyle/>
        <a:p>
          <a:endParaRPr lang="en-US"/>
        </a:p>
      </dgm:t>
    </dgm:pt>
    <dgm:pt modelId="{5DDA7DF5-19E3-4898-9F77-283C96C9B205}" type="sibTrans" cxnId="{6344C905-7F60-4A77-8EED-6B72B8C264B9}">
      <dgm:prSet/>
      <dgm:spPr/>
      <dgm:t>
        <a:bodyPr/>
        <a:lstStyle/>
        <a:p>
          <a:endParaRPr lang="en-US"/>
        </a:p>
      </dgm:t>
    </dgm:pt>
    <dgm:pt modelId="{4F409892-EC50-41F1-B435-B53A24CE0358}">
      <dgm:prSet/>
      <dgm:spPr/>
      <dgm:t>
        <a:bodyPr/>
        <a:lstStyle/>
        <a:p>
          <a:r>
            <a:rPr lang="en-US"/>
            <a:t>Residents need self-service access</a:t>
          </a:r>
        </a:p>
      </dgm:t>
    </dgm:pt>
    <dgm:pt modelId="{0B11BC33-90F4-4546-8718-A0BEC3E1D919}" type="parTrans" cxnId="{4B3DEF03-19C3-4861-933F-13460AC389C5}">
      <dgm:prSet/>
      <dgm:spPr/>
      <dgm:t>
        <a:bodyPr/>
        <a:lstStyle/>
        <a:p>
          <a:endParaRPr lang="en-US"/>
        </a:p>
      </dgm:t>
    </dgm:pt>
    <dgm:pt modelId="{76E62114-F090-4750-BEDC-DC8B5F8484B2}" type="sibTrans" cxnId="{4B3DEF03-19C3-4861-933F-13460AC389C5}">
      <dgm:prSet/>
      <dgm:spPr/>
      <dgm:t>
        <a:bodyPr/>
        <a:lstStyle/>
        <a:p>
          <a:endParaRPr lang="en-US"/>
        </a:p>
      </dgm:t>
    </dgm:pt>
    <dgm:pt modelId="{347F98AC-FC9D-4701-8B9B-B004583F6058}" type="pres">
      <dgm:prSet presAssocID="{4B7836D2-5829-4F9E-A210-F98377C67CB8}" presName="linear" presStyleCnt="0">
        <dgm:presLayoutVars>
          <dgm:animLvl val="lvl"/>
          <dgm:resizeHandles val="exact"/>
        </dgm:presLayoutVars>
      </dgm:prSet>
      <dgm:spPr/>
    </dgm:pt>
    <dgm:pt modelId="{B671AAE9-73F3-4ABD-B81C-81832532977F}" type="pres">
      <dgm:prSet presAssocID="{226CAB36-1BD9-4A52-B76E-3FE1E52A7E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B4DFA3-EAE9-4305-9B4D-91B604F5E146}" type="pres">
      <dgm:prSet presAssocID="{E3F60BB6-CFE2-4B90-8F36-F6B3895FBB0B}" presName="spacer" presStyleCnt="0"/>
      <dgm:spPr/>
    </dgm:pt>
    <dgm:pt modelId="{F466BF7B-D871-4F8C-9005-EC3B441CD1D3}" type="pres">
      <dgm:prSet presAssocID="{8403626B-6CDC-4969-B227-9A6686157F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54B1C4-A95D-4C80-A174-59AED91244FF}" type="pres">
      <dgm:prSet presAssocID="{35AD346D-BD1B-4EC8-A130-3E8940923FB8}" presName="spacer" presStyleCnt="0"/>
      <dgm:spPr/>
    </dgm:pt>
    <dgm:pt modelId="{C66F4AE5-2B19-4677-9EE3-C8351B9123F5}" type="pres">
      <dgm:prSet presAssocID="{626DE965-1BA8-4884-8713-C8CF212D69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3B644E-5FEC-4201-A657-B943CE9ABC86}" type="pres">
      <dgm:prSet presAssocID="{5DDA7DF5-19E3-4898-9F77-283C96C9B205}" presName="spacer" presStyleCnt="0"/>
      <dgm:spPr/>
    </dgm:pt>
    <dgm:pt modelId="{1A46F6A6-5C2E-47BF-8AAA-F517877E2ADC}" type="pres">
      <dgm:prSet presAssocID="{4F409892-EC50-41F1-B435-B53A24CE03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3DEF03-19C3-4861-933F-13460AC389C5}" srcId="{4B7836D2-5829-4F9E-A210-F98377C67CB8}" destId="{4F409892-EC50-41F1-B435-B53A24CE0358}" srcOrd="3" destOrd="0" parTransId="{0B11BC33-90F4-4546-8718-A0BEC3E1D919}" sibTransId="{76E62114-F090-4750-BEDC-DC8B5F8484B2}"/>
    <dgm:cxn modelId="{6344C905-7F60-4A77-8EED-6B72B8C264B9}" srcId="{4B7836D2-5829-4F9E-A210-F98377C67CB8}" destId="{626DE965-1BA8-4884-8713-C8CF212D69F0}" srcOrd="2" destOrd="0" parTransId="{05B8D8E4-1E0C-43D7-9491-0135E65541A2}" sibTransId="{5DDA7DF5-19E3-4898-9F77-283C96C9B205}"/>
    <dgm:cxn modelId="{2C543132-8E2B-4C89-AD5B-2D223BB51048}" type="presOf" srcId="{8403626B-6CDC-4969-B227-9A6686157F7C}" destId="{F466BF7B-D871-4F8C-9005-EC3B441CD1D3}" srcOrd="0" destOrd="0" presId="urn:microsoft.com/office/officeart/2005/8/layout/vList2"/>
    <dgm:cxn modelId="{7156F3AE-E052-46CD-B9A1-EDE97B2A59C1}" type="presOf" srcId="{626DE965-1BA8-4884-8713-C8CF212D69F0}" destId="{C66F4AE5-2B19-4677-9EE3-C8351B9123F5}" srcOrd="0" destOrd="0" presId="urn:microsoft.com/office/officeart/2005/8/layout/vList2"/>
    <dgm:cxn modelId="{9B895DD6-5AEC-46BE-BB31-75AEC37B9B00}" srcId="{4B7836D2-5829-4F9E-A210-F98377C67CB8}" destId="{8403626B-6CDC-4969-B227-9A6686157F7C}" srcOrd="1" destOrd="0" parTransId="{1B9D1297-4936-4E3A-BFA2-C07520FDFB06}" sibTransId="{35AD346D-BD1B-4EC8-A130-3E8940923FB8}"/>
    <dgm:cxn modelId="{B45FD9E1-D224-4DD3-85C1-B0AD67AC6FB7}" type="presOf" srcId="{226CAB36-1BD9-4A52-B76E-3FE1E52A7EF9}" destId="{B671AAE9-73F3-4ABD-B81C-81832532977F}" srcOrd="0" destOrd="0" presId="urn:microsoft.com/office/officeart/2005/8/layout/vList2"/>
    <dgm:cxn modelId="{BCCE19E4-7FB7-4BB6-8686-BC14DD7713F9}" type="presOf" srcId="{4F409892-EC50-41F1-B435-B53A24CE0358}" destId="{1A46F6A6-5C2E-47BF-8AAA-F517877E2ADC}" srcOrd="0" destOrd="0" presId="urn:microsoft.com/office/officeart/2005/8/layout/vList2"/>
    <dgm:cxn modelId="{84128BEA-3905-4CFB-A1F6-E8E00BC826F9}" srcId="{4B7836D2-5829-4F9E-A210-F98377C67CB8}" destId="{226CAB36-1BD9-4A52-B76E-3FE1E52A7EF9}" srcOrd="0" destOrd="0" parTransId="{3BA37BD1-A648-4B76-93A6-98DBE2493934}" sibTransId="{E3F60BB6-CFE2-4B90-8F36-F6B3895FBB0B}"/>
    <dgm:cxn modelId="{1A6A2AF7-3CB8-4058-B30D-0227BD10D387}" type="presOf" srcId="{4B7836D2-5829-4F9E-A210-F98377C67CB8}" destId="{347F98AC-FC9D-4701-8B9B-B004583F6058}" srcOrd="0" destOrd="0" presId="urn:microsoft.com/office/officeart/2005/8/layout/vList2"/>
    <dgm:cxn modelId="{7B7FD980-12A2-4B5C-B3BD-1C1542B56433}" type="presParOf" srcId="{347F98AC-FC9D-4701-8B9B-B004583F6058}" destId="{B671AAE9-73F3-4ABD-B81C-81832532977F}" srcOrd="0" destOrd="0" presId="urn:microsoft.com/office/officeart/2005/8/layout/vList2"/>
    <dgm:cxn modelId="{AF1CE72A-331A-4379-9711-45B71F3F884E}" type="presParOf" srcId="{347F98AC-FC9D-4701-8B9B-B004583F6058}" destId="{10B4DFA3-EAE9-4305-9B4D-91B604F5E146}" srcOrd="1" destOrd="0" presId="urn:microsoft.com/office/officeart/2005/8/layout/vList2"/>
    <dgm:cxn modelId="{FEC9CD20-5945-41C3-971B-27AC40218E84}" type="presParOf" srcId="{347F98AC-FC9D-4701-8B9B-B004583F6058}" destId="{F466BF7B-D871-4F8C-9005-EC3B441CD1D3}" srcOrd="2" destOrd="0" presId="urn:microsoft.com/office/officeart/2005/8/layout/vList2"/>
    <dgm:cxn modelId="{F97ACFC4-3D42-46C9-85D4-212F9DBAB10E}" type="presParOf" srcId="{347F98AC-FC9D-4701-8B9B-B004583F6058}" destId="{7454B1C4-A95D-4C80-A174-59AED91244FF}" srcOrd="3" destOrd="0" presId="urn:microsoft.com/office/officeart/2005/8/layout/vList2"/>
    <dgm:cxn modelId="{D950F08D-C5BA-4225-9666-E7D91FD9A258}" type="presParOf" srcId="{347F98AC-FC9D-4701-8B9B-B004583F6058}" destId="{C66F4AE5-2B19-4677-9EE3-C8351B9123F5}" srcOrd="4" destOrd="0" presId="urn:microsoft.com/office/officeart/2005/8/layout/vList2"/>
    <dgm:cxn modelId="{3AF3D32C-82C9-48F9-A40C-5F4B355DE3B0}" type="presParOf" srcId="{347F98AC-FC9D-4701-8B9B-B004583F6058}" destId="{E13B644E-5FEC-4201-A657-B943CE9ABC86}" srcOrd="5" destOrd="0" presId="urn:microsoft.com/office/officeart/2005/8/layout/vList2"/>
    <dgm:cxn modelId="{E5193211-FC41-4ED7-BF7D-FE3D6999F2E7}" type="presParOf" srcId="{347F98AC-FC9D-4701-8B9B-B004583F6058}" destId="{1A46F6A6-5C2E-47BF-8AAA-F517877E2A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A63A64-900F-4DA7-B96E-6A0ECECDCB1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516304-D809-4C61-B47E-4CE098A0674E}">
      <dgm:prSet/>
      <dgm:spPr/>
      <dgm:t>
        <a:bodyPr/>
        <a:lstStyle/>
        <a:p>
          <a:r>
            <a:rPr lang="en-US"/>
            <a:t>Centralized hostel management platform</a:t>
          </a:r>
        </a:p>
      </dgm:t>
    </dgm:pt>
    <dgm:pt modelId="{8DAB16EC-BFFD-4642-8F88-6794F4B933DE}" type="parTrans" cxnId="{A1A5F31C-C83E-4358-B1EF-EE75AE4C01A1}">
      <dgm:prSet/>
      <dgm:spPr/>
      <dgm:t>
        <a:bodyPr/>
        <a:lstStyle/>
        <a:p>
          <a:endParaRPr lang="en-US"/>
        </a:p>
      </dgm:t>
    </dgm:pt>
    <dgm:pt modelId="{2E6ACC3B-CBC5-4AF6-813F-F6B1E869E567}" type="sibTrans" cxnId="{A1A5F31C-C83E-4358-B1EF-EE75AE4C01A1}">
      <dgm:prSet/>
      <dgm:spPr/>
      <dgm:t>
        <a:bodyPr/>
        <a:lstStyle/>
        <a:p>
          <a:endParaRPr lang="en-US"/>
        </a:p>
      </dgm:t>
    </dgm:pt>
    <dgm:pt modelId="{8CBF28E6-C153-4221-A70A-79C05AB2CE18}">
      <dgm:prSet/>
      <dgm:spPr/>
      <dgm:t>
        <a:bodyPr/>
        <a:lstStyle/>
        <a:p>
          <a:r>
            <a:rPr lang="en-US"/>
            <a:t>Secure login and role-based access</a:t>
          </a:r>
        </a:p>
      </dgm:t>
    </dgm:pt>
    <dgm:pt modelId="{3E1E015F-5212-4DEC-BDE7-BC76CD68FE84}" type="parTrans" cxnId="{E4920AA0-C9B9-419F-B982-256B68C4501E}">
      <dgm:prSet/>
      <dgm:spPr/>
      <dgm:t>
        <a:bodyPr/>
        <a:lstStyle/>
        <a:p>
          <a:endParaRPr lang="en-US"/>
        </a:p>
      </dgm:t>
    </dgm:pt>
    <dgm:pt modelId="{F9EFA1FF-6448-4AC3-B9F8-83869C68F006}" type="sibTrans" cxnId="{E4920AA0-C9B9-419F-B982-256B68C4501E}">
      <dgm:prSet/>
      <dgm:spPr/>
      <dgm:t>
        <a:bodyPr/>
        <a:lstStyle/>
        <a:p>
          <a:endParaRPr lang="en-US"/>
        </a:p>
      </dgm:t>
    </dgm:pt>
    <dgm:pt modelId="{19BF3170-17BC-4A93-A7E0-4F6643516377}">
      <dgm:prSet/>
      <dgm:spPr/>
      <dgm:t>
        <a:bodyPr/>
        <a:lstStyle/>
        <a:p>
          <a:r>
            <a:rPr lang="en-US"/>
            <a:t>Digital rooms, bills, maintenance, and notifications</a:t>
          </a:r>
        </a:p>
      </dgm:t>
    </dgm:pt>
    <dgm:pt modelId="{C3E2847E-7DDB-4E1B-9BC1-59FCD56FE8B5}" type="parTrans" cxnId="{57E00EF6-0CF9-4A5E-A27E-BDA29E3143ED}">
      <dgm:prSet/>
      <dgm:spPr/>
      <dgm:t>
        <a:bodyPr/>
        <a:lstStyle/>
        <a:p>
          <a:endParaRPr lang="en-US"/>
        </a:p>
      </dgm:t>
    </dgm:pt>
    <dgm:pt modelId="{2CD46D11-E37C-4034-80E9-01D52D6ADFD1}" type="sibTrans" cxnId="{57E00EF6-0CF9-4A5E-A27E-BDA29E3143ED}">
      <dgm:prSet/>
      <dgm:spPr/>
      <dgm:t>
        <a:bodyPr/>
        <a:lstStyle/>
        <a:p>
          <a:endParaRPr lang="en-US"/>
        </a:p>
      </dgm:t>
    </dgm:pt>
    <dgm:pt modelId="{8B3B072D-A1E6-4392-8A01-F2B9D3CAEC86}">
      <dgm:prSet/>
      <dgm:spPr/>
      <dgm:t>
        <a:bodyPr/>
        <a:lstStyle/>
        <a:p>
          <a:r>
            <a:rPr lang="en-US"/>
            <a:t>Responsive frontend and REST backend</a:t>
          </a:r>
        </a:p>
      </dgm:t>
    </dgm:pt>
    <dgm:pt modelId="{E02E5603-F302-40A3-B493-B283454AFC6C}" type="parTrans" cxnId="{C081EA11-8BA8-4F2A-808E-DD16B0720EB5}">
      <dgm:prSet/>
      <dgm:spPr/>
      <dgm:t>
        <a:bodyPr/>
        <a:lstStyle/>
        <a:p>
          <a:endParaRPr lang="en-US"/>
        </a:p>
      </dgm:t>
    </dgm:pt>
    <dgm:pt modelId="{DCA39CDB-E1BA-4765-8D66-DEDDCE92487A}" type="sibTrans" cxnId="{C081EA11-8BA8-4F2A-808E-DD16B0720EB5}">
      <dgm:prSet/>
      <dgm:spPr/>
      <dgm:t>
        <a:bodyPr/>
        <a:lstStyle/>
        <a:p>
          <a:endParaRPr lang="en-US"/>
        </a:p>
      </dgm:t>
    </dgm:pt>
    <dgm:pt modelId="{3CE12C02-94A3-490A-AC58-5029FA979DA6}" type="pres">
      <dgm:prSet presAssocID="{52A63A64-900F-4DA7-B96E-6A0ECECDCB1D}" presName="cycle" presStyleCnt="0">
        <dgm:presLayoutVars>
          <dgm:dir/>
          <dgm:resizeHandles val="exact"/>
        </dgm:presLayoutVars>
      </dgm:prSet>
      <dgm:spPr/>
    </dgm:pt>
    <dgm:pt modelId="{FD6828FF-211D-4E24-AA6F-34F1EE246455}" type="pres">
      <dgm:prSet presAssocID="{2B516304-D809-4C61-B47E-4CE098A0674E}" presName="dummy" presStyleCnt="0"/>
      <dgm:spPr/>
    </dgm:pt>
    <dgm:pt modelId="{9357CCCD-44BE-4A71-94D0-CBD482D2870C}" type="pres">
      <dgm:prSet presAssocID="{2B516304-D809-4C61-B47E-4CE098A0674E}" presName="node" presStyleLbl="revTx" presStyleIdx="0" presStyleCnt="4">
        <dgm:presLayoutVars>
          <dgm:bulletEnabled val="1"/>
        </dgm:presLayoutVars>
      </dgm:prSet>
      <dgm:spPr/>
    </dgm:pt>
    <dgm:pt modelId="{D4D7482C-6FC5-4564-A8BC-92F8780A47C5}" type="pres">
      <dgm:prSet presAssocID="{2E6ACC3B-CBC5-4AF6-813F-F6B1E869E567}" presName="sibTrans" presStyleLbl="node1" presStyleIdx="0" presStyleCnt="4"/>
      <dgm:spPr/>
    </dgm:pt>
    <dgm:pt modelId="{E5639A02-23FD-4F45-8F67-AA089B134B2A}" type="pres">
      <dgm:prSet presAssocID="{8CBF28E6-C153-4221-A70A-79C05AB2CE18}" presName="dummy" presStyleCnt="0"/>
      <dgm:spPr/>
    </dgm:pt>
    <dgm:pt modelId="{1F01C0BA-0B05-4ABC-BCA3-DC0A61613627}" type="pres">
      <dgm:prSet presAssocID="{8CBF28E6-C153-4221-A70A-79C05AB2CE18}" presName="node" presStyleLbl="revTx" presStyleIdx="1" presStyleCnt="4">
        <dgm:presLayoutVars>
          <dgm:bulletEnabled val="1"/>
        </dgm:presLayoutVars>
      </dgm:prSet>
      <dgm:spPr/>
    </dgm:pt>
    <dgm:pt modelId="{98F75103-1D8A-4650-8D92-565547BD67F4}" type="pres">
      <dgm:prSet presAssocID="{F9EFA1FF-6448-4AC3-B9F8-83869C68F006}" presName="sibTrans" presStyleLbl="node1" presStyleIdx="1" presStyleCnt="4"/>
      <dgm:spPr/>
    </dgm:pt>
    <dgm:pt modelId="{54B2EFD0-67F2-4D0C-9C76-A6D2807B69D4}" type="pres">
      <dgm:prSet presAssocID="{19BF3170-17BC-4A93-A7E0-4F6643516377}" presName="dummy" presStyleCnt="0"/>
      <dgm:spPr/>
    </dgm:pt>
    <dgm:pt modelId="{83A3FC59-100F-4E9A-8630-834D7AB84FDD}" type="pres">
      <dgm:prSet presAssocID="{19BF3170-17BC-4A93-A7E0-4F6643516377}" presName="node" presStyleLbl="revTx" presStyleIdx="2" presStyleCnt="4">
        <dgm:presLayoutVars>
          <dgm:bulletEnabled val="1"/>
        </dgm:presLayoutVars>
      </dgm:prSet>
      <dgm:spPr/>
    </dgm:pt>
    <dgm:pt modelId="{6A7925B8-C5AF-423E-9EDD-0F95865DC2D3}" type="pres">
      <dgm:prSet presAssocID="{2CD46D11-E37C-4034-80E9-01D52D6ADFD1}" presName="sibTrans" presStyleLbl="node1" presStyleIdx="2" presStyleCnt="4"/>
      <dgm:spPr/>
    </dgm:pt>
    <dgm:pt modelId="{A4C26E03-13F0-47AB-AE36-285C5951E09B}" type="pres">
      <dgm:prSet presAssocID="{8B3B072D-A1E6-4392-8A01-F2B9D3CAEC86}" presName="dummy" presStyleCnt="0"/>
      <dgm:spPr/>
    </dgm:pt>
    <dgm:pt modelId="{41E5CD32-5B83-4875-9DA5-7BFC12D9722A}" type="pres">
      <dgm:prSet presAssocID="{8B3B072D-A1E6-4392-8A01-F2B9D3CAEC86}" presName="node" presStyleLbl="revTx" presStyleIdx="3" presStyleCnt="4">
        <dgm:presLayoutVars>
          <dgm:bulletEnabled val="1"/>
        </dgm:presLayoutVars>
      </dgm:prSet>
      <dgm:spPr/>
    </dgm:pt>
    <dgm:pt modelId="{59078AC4-FE59-4638-B679-571593577339}" type="pres">
      <dgm:prSet presAssocID="{DCA39CDB-E1BA-4765-8D66-DEDDCE92487A}" presName="sibTrans" presStyleLbl="node1" presStyleIdx="3" presStyleCnt="4"/>
      <dgm:spPr/>
    </dgm:pt>
  </dgm:ptLst>
  <dgm:cxnLst>
    <dgm:cxn modelId="{45B9B907-32A8-4372-9CFB-8BE0786DDE91}" type="presOf" srcId="{2B516304-D809-4C61-B47E-4CE098A0674E}" destId="{9357CCCD-44BE-4A71-94D0-CBD482D2870C}" srcOrd="0" destOrd="0" presId="urn:microsoft.com/office/officeart/2005/8/layout/cycle1"/>
    <dgm:cxn modelId="{C081EA11-8BA8-4F2A-808E-DD16B0720EB5}" srcId="{52A63A64-900F-4DA7-B96E-6A0ECECDCB1D}" destId="{8B3B072D-A1E6-4392-8A01-F2B9D3CAEC86}" srcOrd="3" destOrd="0" parTransId="{E02E5603-F302-40A3-B493-B283454AFC6C}" sibTransId="{DCA39CDB-E1BA-4765-8D66-DEDDCE92487A}"/>
    <dgm:cxn modelId="{A1A5F31C-C83E-4358-B1EF-EE75AE4C01A1}" srcId="{52A63A64-900F-4DA7-B96E-6A0ECECDCB1D}" destId="{2B516304-D809-4C61-B47E-4CE098A0674E}" srcOrd="0" destOrd="0" parTransId="{8DAB16EC-BFFD-4642-8F88-6794F4B933DE}" sibTransId="{2E6ACC3B-CBC5-4AF6-813F-F6B1E869E567}"/>
    <dgm:cxn modelId="{FA7F3B1F-CB41-475E-AD8D-8CEF7BF23CA8}" type="presOf" srcId="{2E6ACC3B-CBC5-4AF6-813F-F6B1E869E567}" destId="{D4D7482C-6FC5-4564-A8BC-92F8780A47C5}" srcOrd="0" destOrd="0" presId="urn:microsoft.com/office/officeart/2005/8/layout/cycle1"/>
    <dgm:cxn modelId="{A22E2163-7712-4BCD-BA26-4EF460A3C32A}" type="presOf" srcId="{DCA39CDB-E1BA-4765-8D66-DEDDCE92487A}" destId="{59078AC4-FE59-4638-B679-571593577339}" srcOrd="0" destOrd="0" presId="urn:microsoft.com/office/officeart/2005/8/layout/cycle1"/>
    <dgm:cxn modelId="{E8EAA07E-ED24-4861-815D-ECD267A3837E}" type="presOf" srcId="{8B3B072D-A1E6-4392-8A01-F2B9D3CAEC86}" destId="{41E5CD32-5B83-4875-9DA5-7BFC12D9722A}" srcOrd="0" destOrd="0" presId="urn:microsoft.com/office/officeart/2005/8/layout/cycle1"/>
    <dgm:cxn modelId="{957A438F-C2FD-430D-B533-D4E096D04827}" type="presOf" srcId="{2CD46D11-E37C-4034-80E9-01D52D6ADFD1}" destId="{6A7925B8-C5AF-423E-9EDD-0F95865DC2D3}" srcOrd="0" destOrd="0" presId="urn:microsoft.com/office/officeart/2005/8/layout/cycle1"/>
    <dgm:cxn modelId="{E4920AA0-C9B9-419F-B982-256B68C4501E}" srcId="{52A63A64-900F-4DA7-B96E-6A0ECECDCB1D}" destId="{8CBF28E6-C153-4221-A70A-79C05AB2CE18}" srcOrd="1" destOrd="0" parTransId="{3E1E015F-5212-4DEC-BDE7-BC76CD68FE84}" sibTransId="{F9EFA1FF-6448-4AC3-B9F8-83869C68F006}"/>
    <dgm:cxn modelId="{0D49EBC1-686F-477E-900F-74ED9FD0319B}" type="presOf" srcId="{52A63A64-900F-4DA7-B96E-6A0ECECDCB1D}" destId="{3CE12C02-94A3-490A-AC58-5029FA979DA6}" srcOrd="0" destOrd="0" presId="urn:microsoft.com/office/officeart/2005/8/layout/cycle1"/>
    <dgm:cxn modelId="{31E83ACC-175A-4EEE-BC34-347DA9B4323C}" type="presOf" srcId="{F9EFA1FF-6448-4AC3-B9F8-83869C68F006}" destId="{98F75103-1D8A-4650-8D92-565547BD67F4}" srcOrd="0" destOrd="0" presId="urn:microsoft.com/office/officeart/2005/8/layout/cycle1"/>
    <dgm:cxn modelId="{77892CDE-5057-4CD8-993A-93F365819B65}" type="presOf" srcId="{8CBF28E6-C153-4221-A70A-79C05AB2CE18}" destId="{1F01C0BA-0B05-4ABC-BCA3-DC0A61613627}" srcOrd="0" destOrd="0" presId="urn:microsoft.com/office/officeart/2005/8/layout/cycle1"/>
    <dgm:cxn modelId="{899E1CE2-76D7-4B7D-800B-A0D428D24DF8}" type="presOf" srcId="{19BF3170-17BC-4A93-A7E0-4F6643516377}" destId="{83A3FC59-100F-4E9A-8630-834D7AB84FDD}" srcOrd="0" destOrd="0" presId="urn:microsoft.com/office/officeart/2005/8/layout/cycle1"/>
    <dgm:cxn modelId="{57E00EF6-0CF9-4A5E-A27E-BDA29E3143ED}" srcId="{52A63A64-900F-4DA7-B96E-6A0ECECDCB1D}" destId="{19BF3170-17BC-4A93-A7E0-4F6643516377}" srcOrd="2" destOrd="0" parTransId="{C3E2847E-7DDB-4E1B-9BC1-59FCD56FE8B5}" sibTransId="{2CD46D11-E37C-4034-80E9-01D52D6ADFD1}"/>
    <dgm:cxn modelId="{0757A392-313C-44B8-A310-E7E71DC7EA26}" type="presParOf" srcId="{3CE12C02-94A3-490A-AC58-5029FA979DA6}" destId="{FD6828FF-211D-4E24-AA6F-34F1EE246455}" srcOrd="0" destOrd="0" presId="urn:microsoft.com/office/officeart/2005/8/layout/cycle1"/>
    <dgm:cxn modelId="{8E173128-A852-4E34-8231-5E0063E35B4F}" type="presParOf" srcId="{3CE12C02-94A3-490A-AC58-5029FA979DA6}" destId="{9357CCCD-44BE-4A71-94D0-CBD482D2870C}" srcOrd="1" destOrd="0" presId="urn:microsoft.com/office/officeart/2005/8/layout/cycle1"/>
    <dgm:cxn modelId="{E40777CD-0978-4C71-8CC4-966D44004C1D}" type="presParOf" srcId="{3CE12C02-94A3-490A-AC58-5029FA979DA6}" destId="{D4D7482C-6FC5-4564-A8BC-92F8780A47C5}" srcOrd="2" destOrd="0" presId="urn:microsoft.com/office/officeart/2005/8/layout/cycle1"/>
    <dgm:cxn modelId="{437577A3-018D-4E9F-AB3C-E47F409DE240}" type="presParOf" srcId="{3CE12C02-94A3-490A-AC58-5029FA979DA6}" destId="{E5639A02-23FD-4F45-8F67-AA089B134B2A}" srcOrd="3" destOrd="0" presId="urn:microsoft.com/office/officeart/2005/8/layout/cycle1"/>
    <dgm:cxn modelId="{7AB24185-E784-42B3-ABF1-CF6C34A83F8F}" type="presParOf" srcId="{3CE12C02-94A3-490A-AC58-5029FA979DA6}" destId="{1F01C0BA-0B05-4ABC-BCA3-DC0A61613627}" srcOrd="4" destOrd="0" presId="urn:microsoft.com/office/officeart/2005/8/layout/cycle1"/>
    <dgm:cxn modelId="{94C8E58C-8F22-4B46-9D9F-686FE9F953DF}" type="presParOf" srcId="{3CE12C02-94A3-490A-AC58-5029FA979DA6}" destId="{98F75103-1D8A-4650-8D92-565547BD67F4}" srcOrd="5" destOrd="0" presId="urn:microsoft.com/office/officeart/2005/8/layout/cycle1"/>
    <dgm:cxn modelId="{DD147ED3-88A3-401E-B408-0DDDBE35346D}" type="presParOf" srcId="{3CE12C02-94A3-490A-AC58-5029FA979DA6}" destId="{54B2EFD0-67F2-4D0C-9C76-A6D2807B69D4}" srcOrd="6" destOrd="0" presId="urn:microsoft.com/office/officeart/2005/8/layout/cycle1"/>
    <dgm:cxn modelId="{F140A307-C85A-4470-BE37-18DE0705B76B}" type="presParOf" srcId="{3CE12C02-94A3-490A-AC58-5029FA979DA6}" destId="{83A3FC59-100F-4E9A-8630-834D7AB84FDD}" srcOrd="7" destOrd="0" presId="urn:microsoft.com/office/officeart/2005/8/layout/cycle1"/>
    <dgm:cxn modelId="{F5FA6DA7-10E8-44B1-8ECF-6DAE83EC958A}" type="presParOf" srcId="{3CE12C02-94A3-490A-AC58-5029FA979DA6}" destId="{6A7925B8-C5AF-423E-9EDD-0F95865DC2D3}" srcOrd="8" destOrd="0" presId="urn:microsoft.com/office/officeart/2005/8/layout/cycle1"/>
    <dgm:cxn modelId="{505E4A64-C359-4ED8-8C16-87243D592F9D}" type="presParOf" srcId="{3CE12C02-94A3-490A-AC58-5029FA979DA6}" destId="{A4C26E03-13F0-47AB-AE36-285C5951E09B}" srcOrd="9" destOrd="0" presId="urn:microsoft.com/office/officeart/2005/8/layout/cycle1"/>
    <dgm:cxn modelId="{A11A1ED4-BCBA-4A31-96C5-2DA1FC005B6C}" type="presParOf" srcId="{3CE12C02-94A3-490A-AC58-5029FA979DA6}" destId="{41E5CD32-5B83-4875-9DA5-7BFC12D9722A}" srcOrd="10" destOrd="0" presId="urn:microsoft.com/office/officeart/2005/8/layout/cycle1"/>
    <dgm:cxn modelId="{B5D40216-DB98-478F-97D5-7432E23C51DF}" type="presParOf" srcId="{3CE12C02-94A3-490A-AC58-5029FA979DA6}" destId="{59078AC4-FE59-4638-B679-571593577339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6EF6B6-C887-4582-B7EE-FF1B3ACB235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4226BF-AD6E-4C94-A132-C58005314A3F}">
      <dgm:prSet/>
      <dgm:spPr/>
      <dgm:t>
        <a:bodyPr/>
        <a:lstStyle/>
        <a:p>
          <a:r>
            <a:rPr lang="en-US"/>
            <a:t>React, Vite, Tailwind CSS</a:t>
          </a:r>
        </a:p>
      </dgm:t>
    </dgm:pt>
    <dgm:pt modelId="{8D93AE08-6898-4208-AA13-210E065EB540}" type="parTrans" cxnId="{15196FDF-2367-48FF-9D07-CD9418E0F3B2}">
      <dgm:prSet/>
      <dgm:spPr/>
      <dgm:t>
        <a:bodyPr/>
        <a:lstStyle/>
        <a:p>
          <a:endParaRPr lang="en-US"/>
        </a:p>
      </dgm:t>
    </dgm:pt>
    <dgm:pt modelId="{7F07F605-55C8-495A-AAE5-D3E31AAF614C}" type="sibTrans" cxnId="{15196FDF-2367-48FF-9D07-CD9418E0F3B2}">
      <dgm:prSet/>
      <dgm:spPr/>
      <dgm:t>
        <a:bodyPr/>
        <a:lstStyle/>
        <a:p>
          <a:endParaRPr lang="en-US"/>
        </a:p>
      </dgm:t>
    </dgm:pt>
    <dgm:pt modelId="{D445FC87-3E30-4E96-8FAB-7A92B294B174}">
      <dgm:prSet/>
      <dgm:spPr/>
      <dgm:t>
        <a:bodyPr/>
        <a:lstStyle/>
        <a:p>
          <a:r>
            <a:rPr lang="en-US"/>
            <a:t>Node.js, Express.js, Mongoose</a:t>
          </a:r>
        </a:p>
      </dgm:t>
    </dgm:pt>
    <dgm:pt modelId="{B2FBAE58-168A-44AC-AD60-A5E4D7BEEBE2}" type="parTrans" cxnId="{93638E51-55A0-48F1-93C7-2EB9F854FCCA}">
      <dgm:prSet/>
      <dgm:spPr/>
      <dgm:t>
        <a:bodyPr/>
        <a:lstStyle/>
        <a:p>
          <a:endParaRPr lang="en-US"/>
        </a:p>
      </dgm:t>
    </dgm:pt>
    <dgm:pt modelId="{F39CC618-5D1A-419F-8215-F2B1FAC251A8}" type="sibTrans" cxnId="{93638E51-55A0-48F1-93C7-2EB9F854FCCA}">
      <dgm:prSet/>
      <dgm:spPr/>
      <dgm:t>
        <a:bodyPr/>
        <a:lstStyle/>
        <a:p>
          <a:endParaRPr lang="en-US"/>
        </a:p>
      </dgm:t>
    </dgm:pt>
    <dgm:pt modelId="{ACE3DE0C-8794-4251-BC2D-E7E61650E113}">
      <dgm:prSet/>
      <dgm:spPr/>
      <dgm:t>
        <a:bodyPr/>
        <a:lstStyle/>
        <a:p>
          <a:r>
            <a:rPr lang="en-US"/>
            <a:t>MongoDB Atlas database</a:t>
          </a:r>
        </a:p>
      </dgm:t>
    </dgm:pt>
    <dgm:pt modelId="{2D8EDD17-84E4-47C9-8F06-9601F233F6DB}" type="parTrans" cxnId="{DCC0B4E5-57C0-4F61-9369-D8A758FBA3A4}">
      <dgm:prSet/>
      <dgm:spPr/>
      <dgm:t>
        <a:bodyPr/>
        <a:lstStyle/>
        <a:p>
          <a:endParaRPr lang="en-US"/>
        </a:p>
      </dgm:t>
    </dgm:pt>
    <dgm:pt modelId="{6EFA12AC-538D-414D-A16B-49A2B855CE00}" type="sibTrans" cxnId="{DCC0B4E5-57C0-4F61-9369-D8A758FBA3A4}">
      <dgm:prSet/>
      <dgm:spPr/>
      <dgm:t>
        <a:bodyPr/>
        <a:lstStyle/>
        <a:p>
          <a:endParaRPr lang="en-US"/>
        </a:p>
      </dgm:t>
    </dgm:pt>
    <dgm:pt modelId="{C897E0FD-BB9C-4008-A698-11E2C387FAF9}">
      <dgm:prSet/>
      <dgm:spPr/>
      <dgm:t>
        <a:bodyPr/>
        <a:lstStyle/>
        <a:p>
          <a:r>
            <a:rPr lang="en-US"/>
            <a:t>JWT and bcrypt security</a:t>
          </a:r>
        </a:p>
      </dgm:t>
    </dgm:pt>
    <dgm:pt modelId="{1D40CD54-6E54-4E7C-9855-0ED0C8BA24B8}" type="parTrans" cxnId="{EE066F9A-23AD-4803-B571-1F67ECF551A6}">
      <dgm:prSet/>
      <dgm:spPr/>
      <dgm:t>
        <a:bodyPr/>
        <a:lstStyle/>
        <a:p>
          <a:endParaRPr lang="en-US"/>
        </a:p>
      </dgm:t>
    </dgm:pt>
    <dgm:pt modelId="{1991AF89-F1C2-432F-93CB-7D099ACB970A}" type="sibTrans" cxnId="{EE066F9A-23AD-4803-B571-1F67ECF551A6}">
      <dgm:prSet/>
      <dgm:spPr/>
      <dgm:t>
        <a:bodyPr/>
        <a:lstStyle/>
        <a:p>
          <a:endParaRPr lang="en-US"/>
        </a:p>
      </dgm:t>
    </dgm:pt>
    <dgm:pt modelId="{5CE1C211-E8C0-4362-B516-C6A7A3303719}">
      <dgm:prSet/>
      <dgm:spPr/>
      <dgm:t>
        <a:bodyPr/>
        <a:lstStyle/>
        <a:p>
          <a:r>
            <a:rPr lang="en-US"/>
            <a:t>Vercel deployment</a:t>
          </a:r>
        </a:p>
      </dgm:t>
    </dgm:pt>
    <dgm:pt modelId="{1CCF4DD9-768D-4B06-BB41-9FBDFBD73101}" type="parTrans" cxnId="{7DCC33A6-089D-42D2-AB11-7B9EA1522DC7}">
      <dgm:prSet/>
      <dgm:spPr/>
      <dgm:t>
        <a:bodyPr/>
        <a:lstStyle/>
        <a:p>
          <a:endParaRPr lang="en-US"/>
        </a:p>
      </dgm:t>
    </dgm:pt>
    <dgm:pt modelId="{2863789B-4D05-487C-BBE9-F281EAF18EC9}" type="sibTrans" cxnId="{7DCC33A6-089D-42D2-AB11-7B9EA1522DC7}">
      <dgm:prSet/>
      <dgm:spPr/>
      <dgm:t>
        <a:bodyPr/>
        <a:lstStyle/>
        <a:p>
          <a:endParaRPr lang="en-US"/>
        </a:p>
      </dgm:t>
    </dgm:pt>
    <dgm:pt modelId="{EA22F08C-A6F3-4B1F-828B-A1FB9F636B6B}" type="pres">
      <dgm:prSet presAssocID="{B76EF6B6-C887-4582-B7EE-FF1B3ACB2355}" presName="vert0" presStyleCnt="0">
        <dgm:presLayoutVars>
          <dgm:dir/>
          <dgm:animOne val="branch"/>
          <dgm:animLvl val="lvl"/>
        </dgm:presLayoutVars>
      </dgm:prSet>
      <dgm:spPr/>
    </dgm:pt>
    <dgm:pt modelId="{3BAEB26E-B11F-4079-87DE-4B29102BF5DC}" type="pres">
      <dgm:prSet presAssocID="{5B4226BF-AD6E-4C94-A132-C58005314A3F}" presName="thickLine" presStyleLbl="alignNode1" presStyleIdx="0" presStyleCnt="5"/>
      <dgm:spPr/>
    </dgm:pt>
    <dgm:pt modelId="{8786342D-0E07-4F7D-8350-D181BBC18757}" type="pres">
      <dgm:prSet presAssocID="{5B4226BF-AD6E-4C94-A132-C58005314A3F}" presName="horz1" presStyleCnt="0"/>
      <dgm:spPr/>
    </dgm:pt>
    <dgm:pt modelId="{32F6FF25-ECD2-4A41-A45F-5D78FCE30778}" type="pres">
      <dgm:prSet presAssocID="{5B4226BF-AD6E-4C94-A132-C58005314A3F}" presName="tx1" presStyleLbl="revTx" presStyleIdx="0" presStyleCnt="5"/>
      <dgm:spPr/>
    </dgm:pt>
    <dgm:pt modelId="{9C854D22-BB80-4A57-8B0A-C3A307ABF326}" type="pres">
      <dgm:prSet presAssocID="{5B4226BF-AD6E-4C94-A132-C58005314A3F}" presName="vert1" presStyleCnt="0"/>
      <dgm:spPr/>
    </dgm:pt>
    <dgm:pt modelId="{54941BEB-530E-40AD-B679-659FF85013F6}" type="pres">
      <dgm:prSet presAssocID="{D445FC87-3E30-4E96-8FAB-7A92B294B174}" presName="thickLine" presStyleLbl="alignNode1" presStyleIdx="1" presStyleCnt="5"/>
      <dgm:spPr/>
    </dgm:pt>
    <dgm:pt modelId="{E7736D00-18EC-4133-8AE7-7CB7C8418F0C}" type="pres">
      <dgm:prSet presAssocID="{D445FC87-3E30-4E96-8FAB-7A92B294B174}" presName="horz1" presStyleCnt="0"/>
      <dgm:spPr/>
    </dgm:pt>
    <dgm:pt modelId="{FBF7121C-A13B-47A1-A54A-1C2251430B50}" type="pres">
      <dgm:prSet presAssocID="{D445FC87-3E30-4E96-8FAB-7A92B294B174}" presName="tx1" presStyleLbl="revTx" presStyleIdx="1" presStyleCnt="5"/>
      <dgm:spPr/>
    </dgm:pt>
    <dgm:pt modelId="{DA994C53-55F8-471D-8ADC-A12DB9B602AD}" type="pres">
      <dgm:prSet presAssocID="{D445FC87-3E30-4E96-8FAB-7A92B294B174}" presName="vert1" presStyleCnt="0"/>
      <dgm:spPr/>
    </dgm:pt>
    <dgm:pt modelId="{68AFFB0A-CADC-44CB-92A3-EF2A636BE4BC}" type="pres">
      <dgm:prSet presAssocID="{ACE3DE0C-8794-4251-BC2D-E7E61650E113}" presName="thickLine" presStyleLbl="alignNode1" presStyleIdx="2" presStyleCnt="5"/>
      <dgm:spPr/>
    </dgm:pt>
    <dgm:pt modelId="{983965C4-9844-4E6E-A0C5-C96A5B473B55}" type="pres">
      <dgm:prSet presAssocID="{ACE3DE0C-8794-4251-BC2D-E7E61650E113}" presName="horz1" presStyleCnt="0"/>
      <dgm:spPr/>
    </dgm:pt>
    <dgm:pt modelId="{AAF80724-2211-4025-B879-B0835F22F4A0}" type="pres">
      <dgm:prSet presAssocID="{ACE3DE0C-8794-4251-BC2D-E7E61650E113}" presName="tx1" presStyleLbl="revTx" presStyleIdx="2" presStyleCnt="5"/>
      <dgm:spPr/>
    </dgm:pt>
    <dgm:pt modelId="{40983BB2-B52F-4175-886D-92A3BAE771A3}" type="pres">
      <dgm:prSet presAssocID="{ACE3DE0C-8794-4251-BC2D-E7E61650E113}" presName="vert1" presStyleCnt="0"/>
      <dgm:spPr/>
    </dgm:pt>
    <dgm:pt modelId="{EC928624-BE6C-439B-9024-BD1E88F111FE}" type="pres">
      <dgm:prSet presAssocID="{C897E0FD-BB9C-4008-A698-11E2C387FAF9}" presName="thickLine" presStyleLbl="alignNode1" presStyleIdx="3" presStyleCnt="5"/>
      <dgm:spPr/>
    </dgm:pt>
    <dgm:pt modelId="{6AB43B79-5BAC-44F9-8A12-A3CA39D85A9D}" type="pres">
      <dgm:prSet presAssocID="{C897E0FD-BB9C-4008-A698-11E2C387FAF9}" presName="horz1" presStyleCnt="0"/>
      <dgm:spPr/>
    </dgm:pt>
    <dgm:pt modelId="{48D3248F-65A1-46C0-96BD-F2DAE8814894}" type="pres">
      <dgm:prSet presAssocID="{C897E0FD-BB9C-4008-A698-11E2C387FAF9}" presName="tx1" presStyleLbl="revTx" presStyleIdx="3" presStyleCnt="5"/>
      <dgm:spPr/>
    </dgm:pt>
    <dgm:pt modelId="{B3D82BF8-6406-4639-BB57-786297FBA4AA}" type="pres">
      <dgm:prSet presAssocID="{C897E0FD-BB9C-4008-A698-11E2C387FAF9}" presName="vert1" presStyleCnt="0"/>
      <dgm:spPr/>
    </dgm:pt>
    <dgm:pt modelId="{7A4E711F-702D-4C3F-8846-7F3965943C63}" type="pres">
      <dgm:prSet presAssocID="{5CE1C211-E8C0-4362-B516-C6A7A3303719}" presName="thickLine" presStyleLbl="alignNode1" presStyleIdx="4" presStyleCnt="5"/>
      <dgm:spPr/>
    </dgm:pt>
    <dgm:pt modelId="{75A91225-1B8E-4BEE-B2C3-8B37E9E1702F}" type="pres">
      <dgm:prSet presAssocID="{5CE1C211-E8C0-4362-B516-C6A7A3303719}" presName="horz1" presStyleCnt="0"/>
      <dgm:spPr/>
    </dgm:pt>
    <dgm:pt modelId="{E7A804AA-AD86-4017-A360-9CE0B8D9CEFA}" type="pres">
      <dgm:prSet presAssocID="{5CE1C211-E8C0-4362-B516-C6A7A3303719}" presName="tx1" presStyleLbl="revTx" presStyleIdx="4" presStyleCnt="5"/>
      <dgm:spPr/>
    </dgm:pt>
    <dgm:pt modelId="{EAC2F6FD-88AB-4898-BE93-C572547E8F02}" type="pres">
      <dgm:prSet presAssocID="{5CE1C211-E8C0-4362-B516-C6A7A3303719}" presName="vert1" presStyleCnt="0"/>
      <dgm:spPr/>
    </dgm:pt>
  </dgm:ptLst>
  <dgm:cxnLst>
    <dgm:cxn modelId="{25B49B08-B643-496E-8BD8-4434003D13CE}" type="presOf" srcId="{5B4226BF-AD6E-4C94-A132-C58005314A3F}" destId="{32F6FF25-ECD2-4A41-A45F-5D78FCE30778}" srcOrd="0" destOrd="0" presId="urn:microsoft.com/office/officeart/2008/layout/LinedList"/>
    <dgm:cxn modelId="{31C37710-D5C4-48D2-AA9C-37C00E1FB292}" type="presOf" srcId="{ACE3DE0C-8794-4251-BC2D-E7E61650E113}" destId="{AAF80724-2211-4025-B879-B0835F22F4A0}" srcOrd="0" destOrd="0" presId="urn:microsoft.com/office/officeart/2008/layout/LinedList"/>
    <dgm:cxn modelId="{93638E51-55A0-48F1-93C7-2EB9F854FCCA}" srcId="{B76EF6B6-C887-4582-B7EE-FF1B3ACB2355}" destId="{D445FC87-3E30-4E96-8FAB-7A92B294B174}" srcOrd="1" destOrd="0" parTransId="{B2FBAE58-168A-44AC-AD60-A5E4D7BEEBE2}" sibTransId="{F39CC618-5D1A-419F-8215-F2B1FAC251A8}"/>
    <dgm:cxn modelId="{71300B74-12BA-4620-AFD4-DA061F699335}" type="presOf" srcId="{C897E0FD-BB9C-4008-A698-11E2C387FAF9}" destId="{48D3248F-65A1-46C0-96BD-F2DAE8814894}" srcOrd="0" destOrd="0" presId="urn:microsoft.com/office/officeart/2008/layout/LinedList"/>
    <dgm:cxn modelId="{9B84297E-AD93-4D81-BFF7-D76E6B9508EA}" type="presOf" srcId="{B76EF6B6-C887-4582-B7EE-FF1B3ACB2355}" destId="{EA22F08C-A6F3-4B1F-828B-A1FB9F636B6B}" srcOrd="0" destOrd="0" presId="urn:microsoft.com/office/officeart/2008/layout/LinedList"/>
    <dgm:cxn modelId="{EE066F9A-23AD-4803-B571-1F67ECF551A6}" srcId="{B76EF6B6-C887-4582-B7EE-FF1B3ACB2355}" destId="{C897E0FD-BB9C-4008-A698-11E2C387FAF9}" srcOrd="3" destOrd="0" parTransId="{1D40CD54-6E54-4E7C-9855-0ED0C8BA24B8}" sibTransId="{1991AF89-F1C2-432F-93CB-7D099ACB970A}"/>
    <dgm:cxn modelId="{7DCC33A6-089D-42D2-AB11-7B9EA1522DC7}" srcId="{B76EF6B6-C887-4582-B7EE-FF1B3ACB2355}" destId="{5CE1C211-E8C0-4362-B516-C6A7A3303719}" srcOrd="4" destOrd="0" parTransId="{1CCF4DD9-768D-4B06-BB41-9FBDFBD73101}" sibTransId="{2863789B-4D05-487C-BBE9-F281EAF18EC9}"/>
    <dgm:cxn modelId="{A7EB29BD-BB4C-4051-A6A0-DCD28CD50F79}" type="presOf" srcId="{D445FC87-3E30-4E96-8FAB-7A92B294B174}" destId="{FBF7121C-A13B-47A1-A54A-1C2251430B50}" srcOrd="0" destOrd="0" presId="urn:microsoft.com/office/officeart/2008/layout/LinedList"/>
    <dgm:cxn modelId="{80EA48BD-ACBE-47B8-B212-EEF4ABA20D8C}" type="presOf" srcId="{5CE1C211-E8C0-4362-B516-C6A7A3303719}" destId="{E7A804AA-AD86-4017-A360-9CE0B8D9CEFA}" srcOrd="0" destOrd="0" presId="urn:microsoft.com/office/officeart/2008/layout/LinedList"/>
    <dgm:cxn modelId="{15196FDF-2367-48FF-9D07-CD9418E0F3B2}" srcId="{B76EF6B6-C887-4582-B7EE-FF1B3ACB2355}" destId="{5B4226BF-AD6E-4C94-A132-C58005314A3F}" srcOrd="0" destOrd="0" parTransId="{8D93AE08-6898-4208-AA13-210E065EB540}" sibTransId="{7F07F605-55C8-495A-AAE5-D3E31AAF614C}"/>
    <dgm:cxn modelId="{DCC0B4E5-57C0-4F61-9369-D8A758FBA3A4}" srcId="{B76EF6B6-C887-4582-B7EE-FF1B3ACB2355}" destId="{ACE3DE0C-8794-4251-BC2D-E7E61650E113}" srcOrd="2" destOrd="0" parTransId="{2D8EDD17-84E4-47C9-8F06-9601F233F6DB}" sibTransId="{6EFA12AC-538D-414D-A16B-49A2B855CE00}"/>
    <dgm:cxn modelId="{0A978BA8-2194-45AC-B6A3-27F36857A39A}" type="presParOf" srcId="{EA22F08C-A6F3-4B1F-828B-A1FB9F636B6B}" destId="{3BAEB26E-B11F-4079-87DE-4B29102BF5DC}" srcOrd="0" destOrd="0" presId="urn:microsoft.com/office/officeart/2008/layout/LinedList"/>
    <dgm:cxn modelId="{961CB000-40F8-4E8D-B899-4143E251A685}" type="presParOf" srcId="{EA22F08C-A6F3-4B1F-828B-A1FB9F636B6B}" destId="{8786342D-0E07-4F7D-8350-D181BBC18757}" srcOrd="1" destOrd="0" presId="urn:microsoft.com/office/officeart/2008/layout/LinedList"/>
    <dgm:cxn modelId="{F32AE67E-0AA0-4DC3-B19F-AB07C607B3F5}" type="presParOf" srcId="{8786342D-0E07-4F7D-8350-D181BBC18757}" destId="{32F6FF25-ECD2-4A41-A45F-5D78FCE30778}" srcOrd="0" destOrd="0" presId="urn:microsoft.com/office/officeart/2008/layout/LinedList"/>
    <dgm:cxn modelId="{68215C8E-A67E-4C9A-B889-E7F07A998A4D}" type="presParOf" srcId="{8786342D-0E07-4F7D-8350-D181BBC18757}" destId="{9C854D22-BB80-4A57-8B0A-C3A307ABF326}" srcOrd="1" destOrd="0" presId="urn:microsoft.com/office/officeart/2008/layout/LinedList"/>
    <dgm:cxn modelId="{40156011-8A38-4488-9AD5-E7699AB676B1}" type="presParOf" srcId="{EA22F08C-A6F3-4B1F-828B-A1FB9F636B6B}" destId="{54941BEB-530E-40AD-B679-659FF85013F6}" srcOrd="2" destOrd="0" presId="urn:microsoft.com/office/officeart/2008/layout/LinedList"/>
    <dgm:cxn modelId="{D30EE56C-BD4E-4FFD-AB26-0CB1221FA69F}" type="presParOf" srcId="{EA22F08C-A6F3-4B1F-828B-A1FB9F636B6B}" destId="{E7736D00-18EC-4133-8AE7-7CB7C8418F0C}" srcOrd="3" destOrd="0" presId="urn:microsoft.com/office/officeart/2008/layout/LinedList"/>
    <dgm:cxn modelId="{67A6D6A7-B394-4212-8FE3-E6448B44BD0C}" type="presParOf" srcId="{E7736D00-18EC-4133-8AE7-7CB7C8418F0C}" destId="{FBF7121C-A13B-47A1-A54A-1C2251430B50}" srcOrd="0" destOrd="0" presId="urn:microsoft.com/office/officeart/2008/layout/LinedList"/>
    <dgm:cxn modelId="{A7DCC37C-9E30-4FDF-9DEA-F2774FD7A366}" type="presParOf" srcId="{E7736D00-18EC-4133-8AE7-7CB7C8418F0C}" destId="{DA994C53-55F8-471D-8ADC-A12DB9B602AD}" srcOrd="1" destOrd="0" presId="urn:microsoft.com/office/officeart/2008/layout/LinedList"/>
    <dgm:cxn modelId="{C2FB8418-1C97-49E4-BFF7-C12DB6D633F2}" type="presParOf" srcId="{EA22F08C-A6F3-4B1F-828B-A1FB9F636B6B}" destId="{68AFFB0A-CADC-44CB-92A3-EF2A636BE4BC}" srcOrd="4" destOrd="0" presId="urn:microsoft.com/office/officeart/2008/layout/LinedList"/>
    <dgm:cxn modelId="{5966A87F-3C7D-4A26-8060-066A9423FC71}" type="presParOf" srcId="{EA22F08C-A6F3-4B1F-828B-A1FB9F636B6B}" destId="{983965C4-9844-4E6E-A0C5-C96A5B473B55}" srcOrd="5" destOrd="0" presId="urn:microsoft.com/office/officeart/2008/layout/LinedList"/>
    <dgm:cxn modelId="{578E24CF-DBB4-43E6-BF12-C1257A305008}" type="presParOf" srcId="{983965C4-9844-4E6E-A0C5-C96A5B473B55}" destId="{AAF80724-2211-4025-B879-B0835F22F4A0}" srcOrd="0" destOrd="0" presId="urn:microsoft.com/office/officeart/2008/layout/LinedList"/>
    <dgm:cxn modelId="{80EFD50F-7CC4-473D-9232-B24CEC7ACAEB}" type="presParOf" srcId="{983965C4-9844-4E6E-A0C5-C96A5B473B55}" destId="{40983BB2-B52F-4175-886D-92A3BAE771A3}" srcOrd="1" destOrd="0" presId="urn:microsoft.com/office/officeart/2008/layout/LinedList"/>
    <dgm:cxn modelId="{6F8ED7CD-1AD1-4DC1-95C1-BD7DCEE00762}" type="presParOf" srcId="{EA22F08C-A6F3-4B1F-828B-A1FB9F636B6B}" destId="{EC928624-BE6C-439B-9024-BD1E88F111FE}" srcOrd="6" destOrd="0" presId="urn:microsoft.com/office/officeart/2008/layout/LinedList"/>
    <dgm:cxn modelId="{2C32ECB0-A197-49DA-92FE-A0A5296C18A7}" type="presParOf" srcId="{EA22F08C-A6F3-4B1F-828B-A1FB9F636B6B}" destId="{6AB43B79-5BAC-44F9-8A12-A3CA39D85A9D}" srcOrd="7" destOrd="0" presId="urn:microsoft.com/office/officeart/2008/layout/LinedList"/>
    <dgm:cxn modelId="{4822EC4B-39D7-497A-8D0F-5D5329F092D7}" type="presParOf" srcId="{6AB43B79-5BAC-44F9-8A12-A3CA39D85A9D}" destId="{48D3248F-65A1-46C0-96BD-F2DAE8814894}" srcOrd="0" destOrd="0" presId="urn:microsoft.com/office/officeart/2008/layout/LinedList"/>
    <dgm:cxn modelId="{9A7BB72D-8850-4DAF-A02A-0C752AB1C806}" type="presParOf" srcId="{6AB43B79-5BAC-44F9-8A12-A3CA39D85A9D}" destId="{B3D82BF8-6406-4639-BB57-786297FBA4AA}" srcOrd="1" destOrd="0" presId="urn:microsoft.com/office/officeart/2008/layout/LinedList"/>
    <dgm:cxn modelId="{3C6255F7-7069-4D01-B2D5-B7659CF24EDE}" type="presParOf" srcId="{EA22F08C-A6F3-4B1F-828B-A1FB9F636B6B}" destId="{7A4E711F-702D-4C3F-8846-7F3965943C63}" srcOrd="8" destOrd="0" presId="urn:microsoft.com/office/officeart/2008/layout/LinedList"/>
    <dgm:cxn modelId="{86D2140E-2E9A-4516-B882-41CB32E9DE6C}" type="presParOf" srcId="{EA22F08C-A6F3-4B1F-828B-A1FB9F636B6B}" destId="{75A91225-1B8E-4BEE-B2C3-8B37E9E1702F}" srcOrd="9" destOrd="0" presId="urn:microsoft.com/office/officeart/2008/layout/LinedList"/>
    <dgm:cxn modelId="{03BA76C3-DB0C-4EB2-890E-A05DAA0F7EEB}" type="presParOf" srcId="{75A91225-1B8E-4BEE-B2C3-8B37E9E1702F}" destId="{E7A804AA-AD86-4017-A360-9CE0B8D9CEFA}" srcOrd="0" destOrd="0" presId="urn:microsoft.com/office/officeart/2008/layout/LinedList"/>
    <dgm:cxn modelId="{4EEC9D9E-480B-4DD6-ACA1-319D39674DB3}" type="presParOf" srcId="{75A91225-1B8E-4BEE-B2C3-8B37E9E1702F}" destId="{EAC2F6FD-88AB-4898-BE93-C572547E8F0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F14B52-86FE-4A9E-AEB0-2A69ABF6D9A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A7D8DD-B70C-4DCE-ADD5-FBA3EAC6D329}">
      <dgm:prSet/>
      <dgm:spPr/>
      <dgm:t>
        <a:bodyPr/>
        <a:lstStyle/>
        <a:p>
          <a:r>
            <a:rPr lang="en-US"/>
            <a:t>Users, Rooms, Billing, Maintenance, Notifications</a:t>
          </a:r>
        </a:p>
      </dgm:t>
    </dgm:pt>
    <dgm:pt modelId="{6466F9B5-828D-47F1-971C-F1FD87BC7CD1}" type="parTrans" cxnId="{13A3E46C-F913-471A-9C06-B2247113A18D}">
      <dgm:prSet/>
      <dgm:spPr/>
      <dgm:t>
        <a:bodyPr/>
        <a:lstStyle/>
        <a:p>
          <a:endParaRPr lang="en-US"/>
        </a:p>
      </dgm:t>
    </dgm:pt>
    <dgm:pt modelId="{9E766274-23E8-485A-B5DB-1A97A262642D}" type="sibTrans" cxnId="{13A3E46C-F913-471A-9C06-B2247113A18D}">
      <dgm:prSet/>
      <dgm:spPr/>
      <dgm:t>
        <a:bodyPr/>
        <a:lstStyle/>
        <a:p>
          <a:endParaRPr lang="en-US"/>
        </a:p>
      </dgm:t>
    </dgm:pt>
    <dgm:pt modelId="{0A890B42-44FE-47F6-9C80-0D77A1F0787B}">
      <dgm:prSet/>
      <dgm:spPr/>
      <dgm:t>
        <a:bodyPr/>
        <a:lstStyle/>
        <a:p>
          <a:r>
            <a:rPr lang="en-US"/>
            <a:t>References connect residents, rooms, and bills</a:t>
          </a:r>
        </a:p>
      </dgm:t>
    </dgm:pt>
    <dgm:pt modelId="{9B925DAD-14C8-4063-8A00-B3E445EB79B9}" type="parTrans" cxnId="{6BA622FA-DBC1-43AE-8EB7-BF0645ADCB0F}">
      <dgm:prSet/>
      <dgm:spPr/>
      <dgm:t>
        <a:bodyPr/>
        <a:lstStyle/>
        <a:p>
          <a:endParaRPr lang="en-US"/>
        </a:p>
      </dgm:t>
    </dgm:pt>
    <dgm:pt modelId="{2E50D6E3-C0E8-4F4D-90A9-B694B4854A8A}" type="sibTrans" cxnId="{6BA622FA-DBC1-43AE-8EB7-BF0645ADCB0F}">
      <dgm:prSet/>
      <dgm:spPr/>
      <dgm:t>
        <a:bodyPr/>
        <a:lstStyle/>
        <a:p>
          <a:endParaRPr lang="en-US"/>
        </a:p>
      </dgm:t>
    </dgm:pt>
    <dgm:pt modelId="{3528F079-2340-43FF-8964-E53C0361C9FE}">
      <dgm:prSet/>
      <dgm:spPr/>
      <dgm:t>
        <a:bodyPr/>
        <a:lstStyle/>
        <a:p>
          <a:r>
            <a:rPr lang="en-US"/>
            <a:t>Billing stores PhonePe transaction information</a:t>
          </a:r>
        </a:p>
      </dgm:t>
    </dgm:pt>
    <dgm:pt modelId="{EEB43512-CE36-494F-A52F-A4C3793B2CF2}" type="parTrans" cxnId="{AE68211A-F6AF-4B96-84D1-90F4143DFD59}">
      <dgm:prSet/>
      <dgm:spPr/>
      <dgm:t>
        <a:bodyPr/>
        <a:lstStyle/>
        <a:p>
          <a:endParaRPr lang="en-US"/>
        </a:p>
      </dgm:t>
    </dgm:pt>
    <dgm:pt modelId="{47719135-2AD8-41EC-BB77-F1F3EF3B2EDC}" type="sibTrans" cxnId="{AE68211A-F6AF-4B96-84D1-90F4143DFD59}">
      <dgm:prSet/>
      <dgm:spPr/>
      <dgm:t>
        <a:bodyPr/>
        <a:lstStyle/>
        <a:p>
          <a:endParaRPr lang="en-US"/>
        </a:p>
      </dgm:t>
    </dgm:pt>
    <dgm:pt modelId="{DD7FBB03-D1F2-467B-97DF-0F2C2DBBF8E0}">
      <dgm:prSet/>
      <dgm:spPr/>
      <dgm:t>
        <a:bodyPr/>
        <a:lstStyle/>
        <a:p>
          <a:r>
            <a:rPr lang="en-US"/>
            <a:t>Maintenance stores priority and status</a:t>
          </a:r>
        </a:p>
      </dgm:t>
    </dgm:pt>
    <dgm:pt modelId="{4E103517-7DE4-438B-8BC2-D584BE4BCCE0}" type="parTrans" cxnId="{F7968DA7-3786-4BEB-927A-7D4C74185763}">
      <dgm:prSet/>
      <dgm:spPr/>
      <dgm:t>
        <a:bodyPr/>
        <a:lstStyle/>
        <a:p>
          <a:endParaRPr lang="en-US"/>
        </a:p>
      </dgm:t>
    </dgm:pt>
    <dgm:pt modelId="{4D5E3FC0-65E4-4BED-8C2E-4A148A5D1082}" type="sibTrans" cxnId="{F7968DA7-3786-4BEB-927A-7D4C74185763}">
      <dgm:prSet/>
      <dgm:spPr/>
      <dgm:t>
        <a:bodyPr/>
        <a:lstStyle/>
        <a:p>
          <a:endParaRPr lang="en-US"/>
        </a:p>
      </dgm:t>
    </dgm:pt>
    <dgm:pt modelId="{C2AA30AD-9FC5-4A05-BAE8-C4E83CC95179}" type="pres">
      <dgm:prSet presAssocID="{69F14B52-86FE-4A9E-AEB0-2A69ABF6D9A1}" presName="vert0" presStyleCnt="0">
        <dgm:presLayoutVars>
          <dgm:dir/>
          <dgm:animOne val="branch"/>
          <dgm:animLvl val="lvl"/>
        </dgm:presLayoutVars>
      </dgm:prSet>
      <dgm:spPr/>
    </dgm:pt>
    <dgm:pt modelId="{6DDE2618-0511-41EE-9E52-8E74F298AD19}" type="pres">
      <dgm:prSet presAssocID="{F4A7D8DD-B70C-4DCE-ADD5-FBA3EAC6D329}" presName="thickLine" presStyleLbl="alignNode1" presStyleIdx="0" presStyleCnt="4"/>
      <dgm:spPr/>
    </dgm:pt>
    <dgm:pt modelId="{C21FFB62-1380-4E9A-9DB6-D71029BB4929}" type="pres">
      <dgm:prSet presAssocID="{F4A7D8DD-B70C-4DCE-ADD5-FBA3EAC6D329}" presName="horz1" presStyleCnt="0"/>
      <dgm:spPr/>
    </dgm:pt>
    <dgm:pt modelId="{5E57E748-A9A8-4E3E-BA41-2A3C51148259}" type="pres">
      <dgm:prSet presAssocID="{F4A7D8DD-B70C-4DCE-ADD5-FBA3EAC6D329}" presName="tx1" presStyleLbl="revTx" presStyleIdx="0" presStyleCnt="4"/>
      <dgm:spPr/>
    </dgm:pt>
    <dgm:pt modelId="{B5E7AF61-B76B-4F8E-817A-881D6B874A8F}" type="pres">
      <dgm:prSet presAssocID="{F4A7D8DD-B70C-4DCE-ADD5-FBA3EAC6D329}" presName="vert1" presStyleCnt="0"/>
      <dgm:spPr/>
    </dgm:pt>
    <dgm:pt modelId="{933F6A48-0A5E-4DAE-BF86-99DBB9F730BF}" type="pres">
      <dgm:prSet presAssocID="{0A890B42-44FE-47F6-9C80-0D77A1F0787B}" presName="thickLine" presStyleLbl="alignNode1" presStyleIdx="1" presStyleCnt="4"/>
      <dgm:spPr/>
    </dgm:pt>
    <dgm:pt modelId="{A12C8C04-B00F-45FB-B6DD-4D44D13314E1}" type="pres">
      <dgm:prSet presAssocID="{0A890B42-44FE-47F6-9C80-0D77A1F0787B}" presName="horz1" presStyleCnt="0"/>
      <dgm:spPr/>
    </dgm:pt>
    <dgm:pt modelId="{EDD96B8D-7DF5-48F7-BC06-A0373EE0F7ED}" type="pres">
      <dgm:prSet presAssocID="{0A890B42-44FE-47F6-9C80-0D77A1F0787B}" presName="tx1" presStyleLbl="revTx" presStyleIdx="1" presStyleCnt="4"/>
      <dgm:spPr/>
    </dgm:pt>
    <dgm:pt modelId="{EF1E7C1F-26F3-459D-9338-71993559C149}" type="pres">
      <dgm:prSet presAssocID="{0A890B42-44FE-47F6-9C80-0D77A1F0787B}" presName="vert1" presStyleCnt="0"/>
      <dgm:spPr/>
    </dgm:pt>
    <dgm:pt modelId="{8398967F-388C-4EDB-8A5B-8F42E8A7CA2D}" type="pres">
      <dgm:prSet presAssocID="{3528F079-2340-43FF-8964-E53C0361C9FE}" presName="thickLine" presStyleLbl="alignNode1" presStyleIdx="2" presStyleCnt="4"/>
      <dgm:spPr/>
    </dgm:pt>
    <dgm:pt modelId="{731482EE-57DF-45C3-B349-35FBF4998BB7}" type="pres">
      <dgm:prSet presAssocID="{3528F079-2340-43FF-8964-E53C0361C9FE}" presName="horz1" presStyleCnt="0"/>
      <dgm:spPr/>
    </dgm:pt>
    <dgm:pt modelId="{A2AC56E0-7EE6-4A9A-B8F7-D3DC96A4B6B9}" type="pres">
      <dgm:prSet presAssocID="{3528F079-2340-43FF-8964-E53C0361C9FE}" presName="tx1" presStyleLbl="revTx" presStyleIdx="2" presStyleCnt="4"/>
      <dgm:spPr/>
    </dgm:pt>
    <dgm:pt modelId="{7F7EDDB3-B9F1-42CD-A5E2-D1F7FCAE5A39}" type="pres">
      <dgm:prSet presAssocID="{3528F079-2340-43FF-8964-E53C0361C9FE}" presName="vert1" presStyleCnt="0"/>
      <dgm:spPr/>
    </dgm:pt>
    <dgm:pt modelId="{37175871-919A-402B-8010-B9F614EC8C51}" type="pres">
      <dgm:prSet presAssocID="{DD7FBB03-D1F2-467B-97DF-0F2C2DBBF8E0}" presName="thickLine" presStyleLbl="alignNode1" presStyleIdx="3" presStyleCnt="4"/>
      <dgm:spPr/>
    </dgm:pt>
    <dgm:pt modelId="{1BFAFFE7-C159-48D8-92FB-56F309D4A748}" type="pres">
      <dgm:prSet presAssocID="{DD7FBB03-D1F2-467B-97DF-0F2C2DBBF8E0}" presName="horz1" presStyleCnt="0"/>
      <dgm:spPr/>
    </dgm:pt>
    <dgm:pt modelId="{10FD7355-BFD7-4D36-A3A9-E9A19E62F23C}" type="pres">
      <dgm:prSet presAssocID="{DD7FBB03-D1F2-467B-97DF-0F2C2DBBF8E0}" presName="tx1" presStyleLbl="revTx" presStyleIdx="3" presStyleCnt="4"/>
      <dgm:spPr/>
    </dgm:pt>
    <dgm:pt modelId="{71C5AAC1-BDD3-4E1F-850A-3496985B3250}" type="pres">
      <dgm:prSet presAssocID="{DD7FBB03-D1F2-467B-97DF-0F2C2DBBF8E0}" presName="vert1" presStyleCnt="0"/>
      <dgm:spPr/>
    </dgm:pt>
  </dgm:ptLst>
  <dgm:cxnLst>
    <dgm:cxn modelId="{314A6000-76AC-4803-AD58-EF68F0FB4385}" type="presOf" srcId="{F4A7D8DD-B70C-4DCE-ADD5-FBA3EAC6D329}" destId="{5E57E748-A9A8-4E3E-BA41-2A3C51148259}" srcOrd="0" destOrd="0" presId="urn:microsoft.com/office/officeart/2008/layout/LinedList"/>
    <dgm:cxn modelId="{AE68211A-F6AF-4B96-84D1-90F4143DFD59}" srcId="{69F14B52-86FE-4A9E-AEB0-2A69ABF6D9A1}" destId="{3528F079-2340-43FF-8964-E53C0361C9FE}" srcOrd="2" destOrd="0" parTransId="{EEB43512-CE36-494F-A52F-A4C3793B2CF2}" sibTransId="{47719135-2AD8-41EC-BB77-F1F3EF3B2EDC}"/>
    <dgm:cxn modelId="{63B58366-C1FE-47C4-B534-0DAF15D38B4C}" type="presOf" srcId="{3528F079-2340-43FF-8964-E53C0361C9FE}" destId="{A2AC56E0-7EE6-4A9A-B8F7-D3DC96A4B6B9}" srcOrd="0" destOrd="0" presId="urn:microsoft.com/office/officeart/2008/layout/LinedList"/>
    <dgm:cxn modelId="{13A3E46C-F913-471A-9C06-B2247113A18D}" srcId="{69F14B52-86FE-4A9E-AEB0-2A69ABF6D9A1}" destId="{F4A7D8DD-B70C-4DCE-ADD5-FBA3EAC6D329}" srcOrd="0" destOrd="0" parTransId="{6466F9B5-828D-47F1-971C-F1FD87BC7CD1}" sibTransId="{9E766274-23E8-485A-B5DB-1A97A262642D}"/>
    <dgm:cxn modelId="{54F1015A-A2CB-485A-AF09-A9DABBC14F54}" type="presOf" srcId="{0A890B42-44FE-47F6-9C80-0D77A1F0787B}" destId="{EDD96B8D-7DF5-48F7-BC06-A0373EE0F7ED}" srcOrd="0" destOrd="0" presId="urn:microsoft.com/office/officeart/2008/layout/LinedList"/>
    <dgm:cxn modelId="{2F632688-5A5C-4A28-B57A-1120BC9B7BAC}" type="presOf" srcId="{DD7FBB03-D1F2-467B-97DF-0F2C2DBBF8E0}" destId="{10FD7355-BFD7-4D36-A3A9-E9A19E62F23C}" srcOrd="0" destOrd="0" presId="urn:microsoft.com/office/officeart/2008/layout/LinedList"/>
    <dgm:cxn modelId="{F7968DA7-3786-4BEB-927A-7D4C74185763}" srcId="{69F14B52-86FE-4A9E-AEB0-2A69ABF6D9A1}" destId="{DD7FBB03-D1F2-467B-97DF-0F2C2DBBF8E0}" srcOrd="3" destOrd="0" parTransId="{4E103517-7DE4-438B-8BC2-D584BE4BCCE0}" sibTransId="{4D5E3FC0-65E4-4BED-8C2E-4A148A5D1082}"/>
    <dgm:cxn modelId="{2FD6AAA7-79A9-4F39-B956-A98CFBD185A6}" type="presOf" srcId="{69F14B52-86FE-4A9E-AEB0-2A69ABF6D9A1}" destId="{C2AA30AD-9FC5-4A05-BAE8-C4E83CC95179}" srcOrd="0" destOrd="0" presId="urn:microsoft.com/office/officeart/2008/layout/LinedList"/>
    <dgm:cxn modelId="{6BA622FA-DBC1-43AE-8EB7-BF0645ADCB0F}" srcId="{69F14B52-86FE-4A9E-AEB0-2A69ABF6D9A1}" destId="{0A890B42-44FE-47F6-9C80-0D77A1F0787B}" srcOrd="1" destOrd="0" parTransId="{9B925DAD-14C8-4063-8A00-B3E445EB79B9}" sibTransId="{2E50D6E3-C0E8-4F4D-90A9-B694B4854A8A}"/>
    <dgm:cxn modelId="{E8593A7A-E784-4ED1-8244-BE44DEDDBF7C}" type="presParOf" srcId="{C2AA30AD-9FC5-4A05-BAE8-C4E83CC95179}" destId="{6DDE2618-0511-41EE-9E52-8E74F298AD19}" srcOrd="0" destOrd="0" presId="urn:microsoft.com/office/officeart/2008/layout/LinedList"/>
    <dgm:cxn modelId="{11F821AB-9BE5-4374-B873-0A6F6E76D36F}" type="presParOf" srcId="{C2AA30AD-9FC5-4A05-BAE8-C4E83CC95179}" destId="{C21FFB62-1380-4E9A-9DB6-D71029BB4929}" srcOrd="1" destOrd="0" presId="urn:microsoft.com/office/officeart/2008/layout/LinedList"/>
    <dgm:cxn modelId="{64CAAAAD-3D8F-4C65-915B-2BC2142E7B78}" type="presParOf" srcId="{C21FFB62-1380-4E9A-9DB6-D71029BB4929}" destId="{5E57E748-A9A8-4E3E-BA41-2A3C51148259}" srcOrd="0" destOrd="0" presId="urn:microsoft.com/office/officeart/2008/layout/LinedList"/>
    <dgm:cxn modelId="{EF040421-02EE-4627-9F35-63C3D39D79FA}" type="presParOf" srcId="{C21FFB62-1380-4E9A-9DB6-D71029BB4929}" destId="{B5E7AF61-B76B-4F8E-817A-881D6B874A8F}" srcOrd="1" destOrd="0" presId="urn:microsoft.com/office/officeart/2008/layout/LinedList"/>
    <dgm:cxn modelId="{9831CD95-7BF9-45BE-B7F6-40B41D08492A}" type="presParOf" srcId="{C2AA30AD-9FC5-4A05-BAE8-C4E83CC95179}" destId="{933F6A48-0A5E-4DAE-BF86-99DBB9F730BF}" srcOrd="2" destOrd="0" presId="urn:microsoft.com/office/officeart/2008/layout/LinedList"/>
    <dgm:cxn modelId="{CC20FB5B-38D5-4D41-8804-14674CF54FAE}" type="presParOf" srcId="{C2AA30AD-9FC5-4A05-BAE8-C4E83CC95179}" destId="{A12C8C04-B00F-45FB-B6DD-4D44D13314E1}" srcOrd="3" destOrd="0" presId="urn:microsoft.com/office/officeart/2008/layout/LinedList"/>
    <dgm:cxn modelId="{AE546D4A-7B57-493F-BC08-7FF5AFAC29C7}" type="presParOf" srcId="{A12C8C04-B00F-45FB-B6DD-4D44D13314E1}" destId="{EDD96B8D-7DF5-48F7-BC06-A0373EE0F7ED}" srcOrd="0" destOrd="0" presId="urn:microsoft.com/office/officeart/2008/layout/LinedList"/>
    <dgm:cxn modelId="{E47694B8-8B9B-4A2C-99E0-FC7705B9D323}" type="presParOf" srcId="{A12C8C04-B00F-45FB-B6DD-4D44D13314E1}" destId="{EF1E7C1F-26F3-459D-9338-71993559C149}" srcOrd="1" destOrd="0" presId="urn:microsoft.com/office/officeart/2008/layout/LinedList"/>
    <dgm:cxn modelId="{EFBBB5A7-8241-4C9C-B40B-775A2ADA3DD9}" type="presParOf" srcId="{C2AA30AD-9FC5-4A05-BAE8-C4E83CC95179}" destId="{8398967F-388C-4EDB-8A5B-8F42E8A7CA2D}" srcOrd="4" destOrd="0" presId="urn:microsoft.com/office/officeart/2008/layout/LinedList"/>
    <dgm:cxn modelId="{0C4A9D56-AE27-4906-8406-4340CE3F55F7}" type="presParOf" srcId="{C2AA30AD-9FC5-4A05-BAE8-C4E83CC95179}" destId="{731482EE-57DF-45C3-B349-35FBF4998BB7}" srcOrd="5" destOrd="0" presId="urn:microsoft.com/office/officeart/2008/layout/LinedList"/>
    <dgm:cxn modelId="{96AFF57A-E95A-4B2F-AE4E-A3D8E166F84B}" type="presParOf" srcId="{731482EE-57DF-45C3-B349-35FBF4998BB7}" destId="{A2AC56E0-7EE6-4A9A-B8F7-D3DC96A4B6B9}" srcOrd="0" destOrd="0" presId="urn:microsoft.com/office/officeart/2008/layout/LinedList"/>
    <dgm:cxn modelId="{88AD83ED-AC09-48F0-A057-7F935F16A14D}" type="presParOf" srcId="{731482EE-57DF-45C3-B349-35FBF4998BB7}" destId="{7F7EDDB3-B9F1-42CD-A5E2-D1F7FCAE5A39}" srcOrd="1" destOrd="0" presId="urn:microsoft.com/office/officeart/2008/layout/LinedList"/>
    <dgm:cxn modelId="{7C5BBF7A-1C7C-4D61-9614-8FE29C1100E3}" type="presParOf" srcId="{C2AA30AD-9FC5-4A05-BAE8-C4E83CC95179}" destId="{37175871-919A-402B-8010-B9F614EC8C51}" srcOrd="6" destOrd="0" presId="urn:microsoft.com/office/officeart/2008/layout/LinedList"/>
    <dgm:cxn modelId="{1AB0EDD9-FA91-4497-817C-D68D43CB135D}" type="presParOf" srcId="{C2AA30AD-9FC5-4A05-BAE8-C4E83CC95179}" destId="{1BFAFFE7-C159-48D8-92FB-56F309D4A748}" srcOrd="7" destOrd="0" presId="urn:microsoft.com/office/officeart/2008/layout/LinedList"/>
    <dgm:cxn modelId="{DF432F3E-DAEB-44BF-A96A-CE164AE7F59A}" type="presParOf" srcId="{1BFAFFE7-C159-48D8-92FB-56F309D4A748}" destId="{10FD7355-BFD7-4D36-A3A9-E9A19E62F23C}" srcOrd="0" destOrd="0" presId="urn:microsoft.com/office/officeart/2008/layout/LinedList"/>
    <dgm:cxn modelId="{F2AB8543-6033-413E-8078-013A60A26A8F}" type="presParOf" srcId="{1BFAFFE7-C159-48D8-92FB-56F309D4A748}" destId="{71C5AAC1-BDD3-4E1F-850A-3496985B32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5F31BB-BDF5-4B52-A0CB-080F94DD9111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677CB8-4394-4822-9B29-37FE7B55A2E4}">
      <dgm:prSet/>
      <dgm:spPr/>
      <dgm:t>
        <a:bodyPr/>
        <a:lstStyle/>
        <a:p>
          <a:r>
            <a:rPr lang="en-US"/>
            <a:t>Resident starts PhonePe checkout</a:t>
          </a:r>
        </a:p>
      </dgm:t>
    </dgm:pt>
    <dgm:pt modelId="{A1E03DE5-6BE0-4393-9C89-F995D94D4365}" type="parTrans" cxnId="{A12A2B6F-8AE5-434F-BB95-D211DAE4FF7F}">
      <dgm:prSet/>
      <dgm:spPr/>
      <dgm:t>
        <a:bodyPr/>
        <a:lstStyle/>
        <a:p>
          <a:endParaRPr lang="en-US"/>
        </a:p>
      </dgm:t>
    </dgm:pt>
    <dgm:pt modelId="{137DFE97-ED25-4073-8E1F-70664C5D8CF4}" type="sibTrans" cxnId="{A12A2B6F-8AE5-434F-BB95-D211DAE4FF7F}">
      <dgm:prSet/>
      <dgm:spPr/>
      <dgm:t>
        <a:bodyPr/>
        <a:lstStyle/>
        <a:p>
          <a:endParaRPr lang="en-US"/>
        </a:p>
      </dgm:t>
    </dgm:pt>
    <dgm:pt modelId="{E277D518-4BFB-49F9-BABC-A79EABA352EA}">
      <dgm:prSet/>
      <dgm:spPr/>
      <dgm:t>
        <a:bodyPr/>
        <a:lstStyle/>
        <a:p>
          <a:r>
            <a:rPr lang="en-US"/>
            <a:t>Backend creates merchant order</a:t>
          </a:r>
        </a:p>
      </dgm:t>
    </dgm:pt>
    <dgm:pt modelId="{B4960BB4-5792-41D2-A013-D4731FBA5BA4}" type="parTrans" cxnId="{CA940424-97B2-411F-873B-C4E2040C727C}">
      <dgm:prSet/>
      <dgm:spPr/>
      <dgm:t>
        <a:bodyPr/>
        <a:lstStyle/>
        <a:p>
          <a:endParaRPr lang="en-US"/>
        </a:p>
      </dgm:t>
    </dgm:pt>
    <dgm:pt modelId="{DCD3A93A-45CB-460E-B810-9D99AE55EDE0}" type="sibTrans" cxnId="{CA940424-97B2-411F-873B-C4E2040C727C}">
      <dgm:prSet/>
      <dgm:spPr/>
      <dgm:t>
        <a:bodyPr/>
        <a:lstStyle/>
        <a:p>
          <a:endParaRPr lang="en-US"/>
        </a:p>
      </dgm:t>
    </dgm:pt>
    <dgm:pt modelId="{03198D19-C7D3-453B-95E1-066C8578D3F2}">
      <dgm:prSet/>
      <dgm:spPr/>
      <dgm:t>
        <a:bodyPr/>
        <a:lstStyle/>
        <a:p>
          <a:r>
            <a:rPr lang="en-US"/>
            <a:t>PhonePe returns checkout URL</a:t>
          </a:r>
        </a:p>
      </dgm:t>
    </dgm:pt>
    <dgm:pt modelId="{E74AAF2F-6626-4586-BFAD-23F91CBF0B85}" type="parTrans" cxnId="{4C116C55-3DD0-416D-A62B-6E3F9ACF7BA7}">
      <dgm:prSet/>
      <dgm:spPr/>
      <dgm:t>
        <a:bodyPr/>
        <a:lstStyle/>
        <a:p>
          <a:endParaRPr lang="en-US"/>
        </a:p>
      </dgm:t>
    </dgm:pt>
    <dgm:pt modelId="{36E1DF69-03CB-42CD-8BBC-0E406AF07388}" type="sibTrans" cxnId="{4C116C55-3DD0-416D-A62B-6E3F9ACF7BA7}">
      <dgm:prSet/>
      <dgm:spPr/>
      <dgm:t>
        <a:bodyPr/>
        <a:lstStyle/>
        <a:p>
          <a:endParaRPr lang="en-US"/>
        </a:p>
      </dgm:t>
    </dgm:pt>
    <dgm:pt modelId="{66251F68-FD5B-4D63-A41D-D9CE26B475E2}">
      <dgm:prSet/>
      <dgm:spPr/>
      <dgm:t>
        <a:bodyPr/>
        <a:lstStyle/>
        <a:p>
          <a:r>
            <a:rPr lang="en-US"/>
            <a:t>Backend verifies order status</a:t>
          </a:r>
        </a:p>
      </dgm:t>
    </dgm:pt>
    <dgm:pt modelId="{2F4D73E7-39D3-4598-B0EF-45E225248A8C}" type="parTrans" cxnId="{D092AC88-6090-4F12-9E66-FCC1F187578E}">
      <dgm:prSet/>
      <dgm:spPr/>
      <dgm:t>
        <a:bodyPr/>
        <a:lstStyle/>
        <a:p>
          <a:endParaRPr lang="en-US"/>
        </a:p>
      </dgm:t>
    </dgm:pt>
    <dgm:pt modelId="{71EB6700-ACF8-414C-8E64-BA6148A3350F}" type="sibTrans" cxnId="{D092AC88-6090-4F12-9E66-FCC1F187578E}">
      <dgm:prSet/>
      <dgm:spPr/>
      <dgm:t>
        <a:bodyPr/>
        <a:lstStyle/>
        <a:p>
          <a:endParaRPr lang="en-US"/>
        </a:p>
      </dgm:t>
    </dgm:pt>
    <dgm:pt modelId="{676E7F4F-07CC-4252-8AC4-4F46E0C8E380}">
      <dgm:prSet/>
      <dgm:spPr/>
      <dgm:t>
        <a:bodyPr/>
        <a:lstStyle/>
        <a:p>
          <a:r>
            <a:rPr lang="en-US"/>
            <a:t>Invoice becomes Paid after completion</a:t>
          </a:r>
        </a:p>
      </dgm:t>
    </dgm:pt>
    <dgm:pt modelId="{F97BD278-6E5B-4F9D-B36B-252EFC86266F}" type="parTrans" cxnId="{9F8332B8-77B8-4C40-9CC9-23B34B30D5A7}">
      <dgm:prSet/>
      <dgm:spPr/>
      <dgm:t>
        <a:bodyPr/>
        <a:lstStyle/>
        <a:p>
          <a:endParaRPr lang="en-US"/>
        </a:p>
      </dgm:t>
    </dgm:pt>
    <dgm:pt modelId="{EF6A3B91-7014-4A7B-927F-5BBB2A2C6A97}" type="sibTrans" cxnId="{9F8332B8-77B8-4C40-9CC9-23B34B30D5A7}">
      <dgm:prSet/>
      <dgm:spPr/>
      <dgm:t>
        <a:bodyPr/>
        <a:lstStyle/>
        <a:p>
          <a:endParaRPr lang="en-US"/>
        </a:p>
      </dgm:t>
    </dgm:pt>
    <dgm:pt modelId="{DFAFD097-8ED7-4343-889F-825E11D2BD19}" type="pres">
      <dgm:prSet presAssocID="{245F31BB-BDF5-4B52-A0CB-080F94DD911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CD826FC-A127-47BD-87FC-C02DC544CB3A}" type="pres">
      <dgm:prSet presAssocID="{36677CB8-4394-4822-9B29-37FE7B55A2E4}" presName="hierRoot1" presStyleCnt="0">
        <dgm:presLayoutVars>
          <dgm:hierBranch val="init"/>
        </dgm:presLayoutVars>
      </dgm:prSet>
      <dgm:spPr/>
    </dgm:pt>
    <dgm:pt modelId="{373D3A73-647C-48D9-B517-9A8081F2D3A2}" type="pres">
      <dgm:prSet presAssocID="{36677CB8-4394-4822-9B29-37FE7B55A2E4}" presName="rootComposite1" presStyleCnt="0"/>
      <dgm:spPr/>
    </dgm:pt>
    <dgm:pt modelId="{F5DB0CFE-5CB0-4F6D-9E0C-F535755AD730}" type="pres">
      <dgm:prSet presAssocID="{36677CB8-4394-4822-9B29-37FE7B55A2E4}" presName="rootText1" presStyleLbl="node0" presStyleIdx="0" presStyleCnt="5">
        <dgm:presLayoutVars>
          <dgm:chPref val="3"/>
        </dgm:presLayoutVars>
      </dgm:prSet>
      <dgm:spPr/>
    </dgm:pt>
    <dgm:pt modelId="{899525E3-DF05-4E90-A882-802E2A603F82}" type="pres">
      <dgm:prSet presAssocID="{36677CB8-4394-4822-9B29-37FE7B55A2E4}" presName="rootConnector1" presStyleLbl="node1" presStyleIdx="0" presStyleCnt="0"/>
      <dgm:spPr/>
    </dgm:pt>
    <dgm:pt modelId="{882DB988-AB66-4E52-829E-37792804A742}" type="pres">
      <dgm:prSet presAssocID="{36677CB8-4394-4822-9B29-37FE7B55A2E4}" presName="hierChild2" presStyleCnt="0"/>
      <dgm:spPr/>
    </dgm:pt>
    <dgm:pt modelId="{3299E414-BE9D-41FC-B865-79C8AD643BE8}" type="pres">
      <dgm:prSet presAssocID="{36677CB8-4394-4822-9B29-37FE7B55A2E4}" presName="hierChild3" presStyleCnt="0"/>
      <dgm:spPr/>
    </dgm:pt>
    <dgm:pt modelId="{6DF75D91-D7EA-4184-B3D1-D15A21BB3730}" type="pres">
      <dgm:prSet presAssocID="{E277D518-4BFB-49F9-BABC-A79EABA352EA}" presName="hierRoot1" presStyleCnt="0">
        <dgm:presLayoutVars>
          <dgm:hierBranch val="init"/>
        </dgm:presLayoutVars>
      </dgm:prSet>
      <dgm:spPr/>
    </dgm:pt>
    <dgm:pt modelId="{08788187-5A8F-4536-A415-E0B912FFC0B7}" type="pres">
      <dgm:prSet presAssocID="{E277D518-4BFB-49F9-BABC-A79EABA352EA}" presName="rootComposite1" presStyleCnt="0"/>
      <dgm:spPr/>
    </dgm:pt>
    <dgm:pt modelId="{E4ED3897-E94E-4F25-9EF3-D5B380930A0A}" type="pres">
      <dgm:prSet presAssocID="{E277D518-4BFB-49F9-BABC-A79EABA352EA}" presName="rootText1" presStyleLbl="node0" presStyleIdx="1" presStyleCnt="5">
        <dgm:presLayoutVars>
          <dgm:chPref val="3"/>
        </dgm:presLayoutVars>
      </dgm:prSet>
      <dgm:spPr/>
    </dgm:pt>
    <dgm:pt modelId="{BDD82724-235F-484D-A6E3-FCD6E5AA753C}" type="pres">
      <dgm:prSet presAssocID="{E277D518-4BFB-49F9-BABC-A79EABA352EA}" presName="rootConnector1" presStyleLbl="node1" presStyleIdx="0" presStyleCnt="0"/>
      <dgm:spPr/>
    </dgm:pt>
    <dgm:pt modelId="{06A5F273-BD63-46E4-A97E-FDEA68170A1E}" type="pres">
      <dgm:prSet presAssocID="{E277D518-4BFB-49F9-BABC-A79EABA352EA}" presName="hierChild2" presStyleCnt="0"/>
      <dgm:spPr/>
    </dgm:pt>
    <dgm:pt modelId="{EA979DD4-BDE4-4640-AB8D-63DD7A5F43F8}" type="pres">
      <dgm:prSet presAssocID="{E277D518-4BFB-49F9-BABC-A79EABA352EA}" presName="hierChild3" presStyleCnt="0"/>
      <dgm:spPr/>
    </dgm:pt>
    <dgm:pt modelId="{D334F787-4E8D-4E76-BA75-EF720AFC713E}" type="pres">
      <dgm:prSet presAssocID="{03198D19-C7D3-453B-95E1-066C8578D3F2}" presName="hierRoot1" presStyleCnt="0">
        <dgm:presLayoutVars>
          <dgm:hierBranch val="init"/>
        </dgm:presLayoutVars>
      </dgm:prSet>
      <dgm:spPr/>
    </dgm:pt>
    <dgm:pt modelId="{F30F7C98-DC80-48B4-914D-CFBDAE4524AB}" type="pres">
      <dgm:prSet presAssocID="{03198D19-C7D3-453B-95E1-066C8578D3F2}" presName="rootComposite1" presStyleCnt="0"/>
      <dgm:spPr/>
    </dgm:pt>
    <dgm:pt modelId="{EB231E50-CE6F-4F37-A163-1C6C7C6A459D}" type="pres">
      <dgm:prSet presAssocID="{03198D19-C7D3-453B-95E1-066C8578D3F2}" presName="rootText1" presStyleLbl="node0" presStyleIdx="2" presStyleCnt="5">
        <dgm:presLayoutVars>
          <dgm:chPref val="3"/>
        </dgm:presLayoutVars>
      </dgm:prSet>
      <dgm:spPr/>
    </dgm:pt>
    <dgm:pt modelId="{7940BC81-C221-4A66-8745-ECF06AC1955F}" type="pres">
      <dgm:prSet presAssocID="{03198D19-C7D3-453B-95E1-066C8578D3F2}" presName="rootConnector1" presStyleLbl="node1" presStyleIdx="0" presStyleCnt="0"/>
      <dgm:spPr/>
    </dgm:pt>
    <dgm:pt modelId="{788E9E31-24CE-4A1F-A93B-1554EE45B8B5}" type="pres">
      <dgm:prSet presAssocID="{03198D19-C7D3-453B-95E1-066C8578D3F2}" presName="hierChild2" presStyleCnt="0"/>
      <dgm:spPr/>
    </dgm:pt>
    <dgm:pt modelId="{6E24B079-A608-4B1F-A4AD-315083CA3D4F}" type="pres">
      <dgm:prSet presAssocID="{03198D19-C7D3-453B-95E1-066C8578D3F2}" presName="hierChild3" presStyleCnt="0"/>
      <dgm:spPr/>
    </dgm:pt>
    <dgm:pt modelId="{876BA36D-692F-4654-8E77-D896F2CB00A7}" type="pres">
      <dgm:prSet presAssocID="{66251F68-FD5B-4D63-A41D-D9CE26B475E2}" presName="hierRoot1" presStyleCnt="0">
        <dgm:presLayoutVars>
          <dgm:hierBranch val="init"/>
        </dgm:presLayoutVars>
      </dgm:prSet>
      <dgm:spPr/>
    </dgm:pt>
    <dgm:pt modelId="{C4B8BB50-DED8-447D-8F52-C5A831F38E4F}" type="pres">
      <dgm:prSet presAssocID="{66251F68-FD5B-4D63-A41D-D9CE26B475E2}" presName="rootComposite1" presStyleCnt="0"/>
      <dgm:spPr/>
    </dgm:pt>
    <dgm:pt modelId="{FA20A0E9-B9C0-4DFA-B090-EEA650EEC83D}" type="pres">
      <dgm:prSet presAssocID="{66251F68-FD5B-4D63-A41D-D9CE26B475E2}" presName="rootText1" presStyleLbl="node0" presStyleIdx="3" presStyleCnt="5">
        <dgm:presLayoutVars>
          <dgm:chPref val="3"/>
        </dgm:presLayoutVars>
      </dgm:prSet>
      <dgm:spPr/>
    </dgm:pt>
    <dgm:pt modelId="{0492EEEB-FB8F-4A1A-852F-7D571D390335}" type="pres">
      <dgm:prSet presAssocID="{66251F68-FD5B-4D63-A41D-D9CE26B475E2}" presName="rootConnector1" presStyleLbl="node1" presStyleIdx="0" presStyleCnt="0"/>
      <dgm:spPr/>
    </dgm:pt>
    <dgm:pt modelId="{DB6CBA6E-49C2-4105-99DC-1E3486721A62}" type="pres">
      <dgm:prSet presAssocID="{66251F68-FD5B-4D63-A41D-D9CE26B475E2}" presName="hierChild2" presStyleCnt="0"/>
      <dgm:spPr/>
    </dgm:pt>
    <dgm:pt modelId="{CE865515-1ED5-4A5D-88E2-BE53CEFFAF6E}" type="pres">
      <dgm:prSet presAssocID="{66251F68-FD5B-4D63-A41D-D9CE26B475E2}" presName="hierChild3" presStyleCnt="0"/>
      <dgm:spPr/>
    </dgm:pt>
    <dgm:pt modelId="{6DD5570B-38BE-4F42-91C5-DFD360873D09}" type="pres">
      <dgm:prSet presAssocID="{676E7F4F-07CC-4252-8AC4-4F46E0C8E380}" presName="hierRoot1" presStyleCnt="0">
        <dgm:presLayoutVars>
          <dgm:hierBranch val="init"/>
        </dgm:presLayoutVars>
      </dgm:prSet>
      <dgm:spPr/>
    </dgm:pt>
    <dgm:pt modelId="{A4ADB993-6461-453B-8801-806FE8553E79}" type="pres">
      <dgm:prSet presAssocID="{676E7F4F-07CC-4252-8AC4-4F46E0C8E380}" presName="rootComposite1" presStyleCnt="0"/>
      <dgm:spPr/>
    </dgm:pt>
    <dgm:pt modelId="{A5EB1923-498F-4AF7-A24B-344E461BC1AC}" type="pres">
      <dgm:prSet presAssocID="{676E7F4F-07CC-4252-8AC4-4F46E0C8E380}" presName="rootText1" presStyleLbl="node0" presStyleIdx="4" presStyleCnt="5">
        <dgm:presLayoutVars>
          <dgm:chPref val="3"/>
        </dgm:presLayoutVars>
      </dgm:prSet>
      <dgm:spPr/>
    </dgm:pt>
    <dgm:pt modelId="{A6108A4D-66CB-44AA-B2A4-3B5FD5DBD31A}" type="pres">
      <dgm:prSet presAssocID="{676E7F4F-07CC-4252-8AC4-4F46E0C8E380}" presName="rootConnector1" presStyleLbl="node1" presStyleIdx="0" presStyleCnt="0"/>
      <dgm:spPr/>
    </dgm:pt>
    <dgm:pt modelId="{54A48DBE-1AAD-44A8-853C-19C2A38AF7B2}" type="pres">
      <dgm:prSet presAssocID="{676E7F4F-07CC-4252-8AC4-4F46E0C8E380}" presName="hierChild2" presStyleCnt="0"/>
      <dgm:spPr/>
    </dgm:pt>
    <dgm:pt modelId="{74E9F84F-F7E1-433B-B478-247ECD62870E}" type="pres">
      <dgm:prSet presAssocID="{676E7F4F-07CC-4252-8AC4-4F46E0C8E380}" presName="hierChild3" presStyleCnt="0"/>
      <dgm:spPr/>
    </dgm:pt>
  </dgm:ptLst>
  <dgm:cxnLst>
    <dgm:cxn modelId="{8E7A760B-B16D-46CF-A30B-BBE071673DBC}" type="presOf" srcId="{36677CB8-4394-4822-9B29-37FE7B55A2E4}" destId="{F5DB0CFE-5CB0-4F6D-9E0C-F535755AD730}" srcOrd="0" destOrd="0" presId="urn:microsoft.com/office/officeart/2009/3/layout/HorizontalOrganizationChart"/>
    <dgm:cxn modelId="{3746CA0D-4E86-49E5-A764-2CC12C2C8774}" type="presOf" srcId="{66251F68-FD5B-4D63-A41D-D9CE26B475E2}" destId="{FA20A0E9-B9C0-4DFA-B090-EEA650EEC83D}" srcOrd="0" destOrd="0" presId="urn:microsoft.com/office/officeart/2009/3/layout/HorizontalOrganizationChart"/>
    <dgm:cxn modelId="{CA940424-97B2-411F-873B-C4E2040C727C}" srcId="{245F31BB-BDF5-4B52-A0CB-080F94DD9111}" destId="{E277D518-4BFB-49F9-BABC-A79EABA352EA}" srcOrd="1" destOrd="0" parTransId="{B4960BB4-5792-41D2-A013-D4731FBA5BA4}" sibTransId="{DCD3A93A-45CB-460E-B810-9D99AE55EDE0}"/>
    <dgm:cxn modelId="{3AA2EF29-14BB-4C0D-9682-06420BE318BF}" type="presOf" srcId="{66251F68-FD5B-4D63-A41D-D9CE26B475E2}" destId="{0492EEEB-FB8F-4A1A-852F-7D571D390335}" srcOrd="1" destOrd="0" presId="urn:microsoft.com/office/officeart/2009/3/layout/HorizontalOrganizationChart"/>
    <dgm:cxn modelId="{4A27903E-D46D-4767-BEF8-3ED9C4E22B64}" type="presOf" srcId="{676E7F4F-07CC-4252-8AC4-4F46E0C8E380}" destId="{A5EB1923-498F-4AF7-A24B-344E461BC1AC}" srcOrd="0" destOrd="0" presId="urn:microsoft.com/office/officeart/2009/3/layout/HorizontalOrganizationChart"/>
    <dgm:cxn modelId="{C5AF294B-977B-4754-8A3A-277FAB8ABDD5}" type="presOf" srcId="{03198D19-C7D3-453B-95E1-066C8578D3F2}" destId="{7940BC81-C221-4A66-8745-ECF06AC1955F}" srcOrd="1" destOrd="0" presId="urn:microsoft.com/office/officeart/2009/3/layout/HorizontalOrganizationChart"/>
    <dgm:cxn modelId="{A12A2B6F-8AE5-434F-BB95-D211DAE4FF7F}" srcId="{245F31BB-BDF5-4B52-A0CB-080F94DD9111}" destId="{36677CB8-4394-4822-9B29-37FE7B55A2E4}" srcOrd="0" destOrd="0" parTransId="{A1E03DE5-6BE0-4393-9C89-F995D94D4365}" sibTransId="{137DFE97-ED25-4073-8E1F-70664C5D8CF4}"/>
    <dgm:cxn modelId="{4C116C55-3DD0-416D-A62B-6E3F9ACF7BA7}" srcId="{245F31BB-BDF5-4B52-A0CB-080F94DD9111}" destId="{03198D19-C7D3-453B-95E1-066C8578D3F2}" srcOrd="2" destOrd="0" parTransId="{E74AAF2F-6626-4586-BFAD-23F91CBF0B85}" sibTransId="{36E1DF69-03CB-42CD-8BBC-0E406AF07388}"/>
    <dgm:cxn modelId="{178B8557-70CA-428B-9AB9-C7A1ED5AE500}" type="presOf" srcId="{676E7F4F-07CC-4252-8AC4-4F46E0C8E380}" destId="{A6108A4D-66CB-44AA-B2A4-3B5FD5DBD31A}" srcOrd="1" destOrd="0" presId="urn:microsoft.com/office/officeart/2009/3/layout/HorizontalOrganizationChart"/>
    <dgm:cxn modelId="{D092AC88-6090-4F12-9E66-FCC1F187578E}" srcId="{245F31BB-BDF5-4B52-A0CB-080F94DD9111}" destId="{66251F68-FD5B-4D63-A41D-D9CE26B475E2}" srcOrd="3" destOrd="0" parTransId="{2F4D73E7-39D3-4598-B0EF-45E225248A8C}" sibTransId="{71EB6700-ACF8-414C-8E64-BA6148A3350F}"/>
    <dgm:cxn modelId="{4855188C-5FFA-4F09-B106-B90E90E73D69}" type="presOf" srcId="{E277D518-4BFB-49F9-BABC-A79EABA352EA}" destId="{E4ED3897-E94E-4F25-9EF3-D5B380930A0A}" srcOrd="0" destOrd="0" presId="urn:microsoft.com/office/officeart/2009/3/layout/HorizontalOrganizationChart"/>
    <dgm:cxn modelId="{A5F496B4-CFCC-4CD9-8627-02C93F0B73E0}" type="presOf" srcId="{36677CB8-4394-4822-9B29-37FE7B55A2E4}" destId="{899525E3-DF05-4E90-A882-802E2A603F82}" srcOrd="1" destOrd="0" presId="urn:microsoft.com/office/officeart/2009/3/layout/HorizontalOrganizationChart"/>
    <dgm:cxn modelId="{9F8332B8-77B8-4C40-9CC9-23B34B30D5A7}" srcId="{245F31BB-BDF5-4B52-A0CB-080F94DD9111}" destId="{676E7F4F-07CC-4252-8AC4-4F46E0C8E380}" srcOrd="4" destOrd="0" parTransId="{F97BD278-6E5B-4F9D-B36B-252EFC86266F}" sibTransId="{EF6A3B91-7014-4A7B-927F-5BBB2A2C6A97}"/>
    <dgm:cxn modelId="{937DB3BD-F7AB-452A-A7D9-6DD0635D3C9D}" type="presOf" srcId="{E277D518-4BFB-49F9-BABC-A79EABA352EA}" destId="{BDD82724-235F-484D-A6E3-FCD6E5AA753C}" srcOrd="1" destOrd="0" presId="urn:microsoft.com/office/officeart/2009/3/layout/HorizontalOrganizationChart"/>
    <dgm:cxn modelId="{986CD4C4-CEB1-46FD-A2C3-C31412EED67A}" type="presOf" srcId="{03198D19-C7D3-453B-95E1-066C8578D3F2}" destId="{EB231E50-CE6F-4F37-A163-1C6C7C6A459D}" srcOrd="0" destOrd="0" presId="urn:microsoft.com/office/officeart/2009/3/layout/HorizontalOrganizationChart"/>
    <dgm:cxn modelId="{76A528ED-5372-416A-9384-11C87CBF24A7}" type="presOf" srcId="{245F31BB-BDF5-4B52-A0CB-080F94DD9111}" destId="{DFAFD097-8ED7-4343-889F-825E11D2BD19}" srcOrd="0" destOrd="0" presId="urn:microsoft.com/office/officeart/2009/3/layout/HorizontalOrganizationChart"/>
    <dgm:cxn modelId="{8291F7E2-CFB1-49C1-AB19-7FAB4D33D59E}" type="presParOf" srcId="{DFAFD097-8ED7-4343-889F-825E11D2BD19}" destId="{CCD826FC-A127-47BD-87FC-C02DC544CB3A}" srcOrd="0" destOrd="0" presId="urn:microsoft.com/office/officeart/2009/3/layout/HorizontalOrganizationChart"/>
    <dgm:cxn modelId="{7DC57B4C-5001-440F-A48F-0A3354E5D8AA}" type="presParOf" srcId="{CCD826FC-A127-47BD-87FC-C02DC544CB3A}" destId="{373D3A73-647C-48D9-B517-9A8081F2D3A2}" srcOrd="0" destOrd="0" presId="urn:microsoft.com/office/officeart/2009/3/layout/HorizontalOrganizationChart"/>
    <dgm:cxn modelId="{9F2F8416-528C-4B50-BBC4-C7B6EBEA55B8}" type="presParOf" srcId="{373D3A73-647C-48D9-B517-9A8081F2D3A2}" destId="{F5DB0CFE-5CB0-4F6D-9E0C-F535755AD730}" srcOrd="0" destOrd="0" presId="urn:microsoft.com/office/officeart/2009/3/layout/HorizontalOrganizationChart"/>
    <dgm:cxn modelId="{1EBCCD76-0C6B-4ECC-887B-D678DA76972B}" type="presParOf" srcId="{373D3A73-647C-48D9-B517-9A8081F2D3A2}" destId="{899525E3-DF05-4E90-A882-802E2A603F82}" srcOrd="1" destOrd="0" presId="urn:microsoft.com/office/officeart/2009/3/layout/HorizontalOrganizationChart"/>
    <dgm:cxn modelId="{4111593E-605C-4E24-9C4D-364322EAC479}" type="presParOf" srcId="{CCD826FC-A127-47BD-87FC-C02DC544CB3A}" destId="{882DB988-AB66-4E52-829E-37792804A742}" srcOrd="1" destOrd="0" presId="urn:microsoft.com/office/officeart/2009/3/layout/HorizontalOrganizationChart"/>
    <dgm:cxn modelId="{7B070274-E208-41C3-81DD-1267C0C31D71}" type="presParOf" srcId="{CCD826FC-A127-47BD-87FC-C02DC544CB3A}" destId="{3299E414-BE9D-41FC-B865-79C8AD643BE8}" srcOrd="2" destOrd="0" presId="urn:microsoft.com/office/officeart/2009/3/layout/HorizontalOrganizationChart"/>
    <dgm:cxn modelId="{3BD6CF06-0F5D-4EF5-B6DB-04092C032D15}" type="presParOf" srcId="{DFAFD097-8ED7-4343-889F-825E11D2BD19}" destId="{6DF75D91-D7EA-4184-B3D1-D15A21BB3730}" srcOrd="1" destOrd="0" presId="urn:microsoft.com/office/officeart/2009/3/layout/HorizontalOrganizationChart"/>
    <dgm:cxn modelId="{06683FAA-D982-46CC-8234-42E666CCCD3B}" type="presParOf" srcId="{6DF75D91-D7EA-4184-B3D1-D15A21BB3730}" destId="{08788187-5A8F-4536-A415-E0B912FFC0B7}" srcOrd="0" destOrd="0" presId="urn:microsoft.com/office/officeart/2009/3/layout/HorizontalOrganizationChart"/>
    <dgm:cxn modelId="{A551732C-264B-47ED-B334-DD946CF63B42}" type="presParOf" srcId="{08788187-5A8F-4536-A415-E0B912FFC0B7}" destId="{E4ED3897-E94E-4F25-9EF3-D5B380930A0A}" srcOrd="0" destOrd="0" presId="urn:microsoft.com/office/officeart/2009/3/layout/HorizontalOrganizationChart"/>
    <dgm:cxn modelId="{64E1D71E-805E-4B95-AEC6-68CBDA830CAB}" type="presParOf" srcId="{08788187-5A8F-4536-A415-E0B912FFC0B7}" destId="{BDD82724-235F-484D-A6E3-FCD6E5AA753C}" srcOrd="1" destOrd="0" presId="urn:microsoft.com/office/officeart/2009/3/layout/HorizontalOrganizationChart"/>
    <dgm:cxn modelId="{350CE79F-59C5-4599-98B1-02A45024F1F1}" type="presParOf" srcId="{6DF75D91-D7EA-4184-B3D1-D15A21BB3730}" destId="{06A5F273-BD63-46E4-A97E-FDEA68170A1E}" srcOrd="1" destOrd="0" presId="urn:microsoft.com/office/officeart/2009/3/layout/HorizontalOrganizationChart"/>
    <dgm:cxn modelId="{F1C4B060-EC16-4D7F-AEDC-EFA24098E3F5}" type="presParOf" srcId="{6DF75D91-D7EA-4184-B3D1-D15A21BB3730}" destId="{EA979DD4-BDE4-4640-AB8D-63DD7A5F43F8}" srcOrd="2" destOrd="0" presId="urn:microsoft.com/office/officeart/2009/3/layout/HorizontalOrganizationChart"/>
    <dgm:cxn modelId="{CB02FD47-BC69-4158-B705-1E6EFD28C151}" type="presParOf" srcId="{DFAFD097-8ED7-4343-889F-825E11D2BD19}" destId="{D334F787-4E8D-4E76-BA75-EF720AFC713E}" srcOrd="2" destOrd="0" presId="urn:microsoft.com/office/officeart/2009/3/layout/HorizontalOrganizationChart"/>
    <dgm:cxn modelId="{74A01D81-E1A5-45CA-A6D5-1A4DAE2523ED}" type="presParOf" srcId="{D334F787-4E8D-4E76-BA75-EF720AFC713E}" destId="{F30F7C98-DC80-48B4-914D-CFBDAE4524AB}" srcOrd="0" destOrd="0" presId="urn:microsoft.com/office/officeart/2009/3/layout/HorizontalOrganizationChart"/>
    <dgm:cxn modelId="{DD8ABFCD-7462-4740-8ED6-3459B915861F}" type="presParOf" srcId="{F30F7C98-DC80-48B4-914D-CFBDAE4524AB}" destId="{EB231E50-CE6F-4F37-A163-1C6C7C6A459D}" srcOrd="0" destOrd="0" presId="urn:microsoft.com/office/officeart/2009/3/layout/HorizontalOrganizationChart"/>
    <dgm:cxn modelId="{B637490F-FEBB-4F1E-A028-892C26E13385}" type="presParOf" srcId="{F30F7C98-DC80-48B4-914D-CFBDAE4524AB}" destId="{7940BC81-C221-4A66-8745-ECF06AC1955F}" srcOrd="1" destOrd="0" presId="urn:microsoft.com/office/officeart/2009/3/layout/HorizontalOrganizationChart"/>
    <dgm:cxn modelId="{F93FE87A-4953-470C-A799-63AA5715EAB6}" type="presParOf" srcId="{D334F787-4E8D-4E76-BA75-EF720AFC713E}" destId="{788E9E31-24CE-4A1F-A93B-1554EE45B8B5}" srcOrd="1" destOrd="0" presId="urn:microsoft.com/office/officeart/2009/3/layout/HorizontalOrganizationChart"/>
    <dgm:cxn modelId="{EF411B2F-0176-4FB2-96B5-690C8985B9E3}" type="presParOf" srcId="{D334F787-4E8D-4E76-BA75-EF720AFC713E}" destId="{6E24B079-A608-4B1F-A4AD-315083CA3D4F}" srcOrd="2" destOrd="0" presId="urn:microsoft.com/office/officeart/2009/3/layout/HorizontalOrganizationChart"/>
    <dgm:cxn modelId="{9B551B7C-E461-40BB-9EDF-F96FB6D38739}" type="presParOf" srcId="{DFAFD097-8ED7-4343-889F-825E11D2BD19}" destId="{876BA36D-692F-4654-8E77-D896F2CB00A7}" srcOrd="3" destOrd="0" presId="urn:microsoft.com/office/officeart/2009/3/layout/HorizontalOrganizationChart"/>
    <dgm:cxn modelId="{20C81B1D-79F4-47DE-9ABC-25C2B06369CE}" type="presParOf" srcId="{876BA36D-692F-4654-8E77-D896F2CB00A7}" destId="{C4B8BB50-DED8-447D-8F52-C5A831F38E4F}" srcOrd="0" destOrd="0" presId="urn:microsoft.com/office/officeart/2009/3/layout/HorizontalOrganizationChart"/>
    <dgm:cxn modelId="{66CFBB28-EDA5-4796-875E-D416120CEA28}" type="presParOf" srcId="{C4B8BB50-DED8-447D-8F52-C5A831F38E4F}" destId="{FA20A0E9-B9C0-4DFA-B090-EEA650EEC83D}" srcOrd="0" destOrd="0" presId="urn:microsoft.com/office/officeart/2009/3/layout/HorizontalOrganizationChart"/>
    <dgm:cxn modelId="{DF252D6D-B86E-4174-947E-62B0ECFA9D1B}" type="presParOf" srcId="{C4B8BB50-DED8-447D-8F52-C5A831F38E4F}" destId="{0492EEEB-FB8F-4A1A-852F-7D571D390335}" srcOrd="1" destOrd="0" presId="urn:microsoft.com/office/officeart/2009/3/layout/HorizontalOrganizationChart"/>
    <dgm:cxn modelId="{3EDD1830-2DEA-4E91-88CC-820D03F59E31}" type="presParOf" srcId="{876BA36D-692F-4654-8E77-D896F2CB00A7}" destId="{DB6CBA6E-49C2-4105-99DC-1E3486721A62}" srcOrd="1" destOrd="0" presId="urn:microsoft.com/office/officeart/2009/3/layout/HorizontalOrganizationChart"/>
    <dgm:cxn modelId="{D19FEB70-3FE6-43C7-A95D-966B07DAF8EA}" type="presParOf" srcId="{876BA36D-692F-4654-8E77-D896F2CB00A7}" destId="{CE865515-1ED5-4A5D-88E2-BE53CEFFAF6E}" srcOrd="2" destOrd="0" presId="urn:microsoft.com/office/officeart/2009/3/layout/HorizontalOrganizationChart"/>
    <dgm:cxn modelId="{86A94E67-2CD9-43F6-9018-6F1A2F8B4F4E}" type="presParOf" srcId="{DFAFD097-8ED7-4343-889F-825E11D2BD19}" destId="{6DD5570B-38BE-4F42-91C5-DFD360873D09}" srcOrd="4" destOrd="0" presId="urn:microsoft.com/office/officeart/2009/3/layout/HorizontalOrganizationChart"/>
    <dgm:cxn modelId="{031E6524-4603-4C87-A59B-D051C156F8AB}" type="presParOf" srcId="{6DD5570B-38BE-4F42-91C5-DFD360873D09}" destId="{A4ADB993-6461-453B-8801-806FE8553E79}" srcOrd="0" destOrd="0" presId="urn:microsoft.com/office/officeart/2009/3/layout/HorizontalOrganizationChart"/>
    <dgm:cxn modelId="{EC839E9A-C7E2-49A8-9285-AD5894E1C5FC}" type="presParOf" srcId="{A4ADB993-6461-453B-8801-806FE8553E79}" destId="{A5EB1923-498F-4AF7-A24B-344E461BC1AC}" srcOrd="0" destOrd="0" presId="urn:microsoft.com/office/officeart/2009/3/layout/HorizontalOrganizationChart"/>
    <dgm:cxn modelId="{E34F4239-C0A5-4F2B-9CBC-3C317564020E}" type="presParOf" srcId="{A4ADB993-6461-453B-8801-806FE8553E79}" destId="{A6108A4D-66CB-44AA-B2A4-3B5FD5DBD31A}" srcOrd="1" destOrd="0" presId="urn:microsoft.com/office/officeart/2009/3/layout/HorizontalOrganizationChart"/>
    <dgm:cxn modelId="{4ED468B3-C044-447D-910B-D8E2952B420E}" type="presParOf" srcId="{6DD5570B-38BE-4F42-91C5-DFD360873D09}" destId="{54A48DBE-1AAD-44A8-853C-19C2A38AF7B2}" srcOrd="1" destOrd="0" presId="urn:microsoft.com/office/officeart/2009/3/layout/HorizontalOrganizationChart"/>
    <dgm:cxn modelId="{9B3DD89C-32B1-4EF4-BBB6-C50B1E95DED8}" type="presParOf" srcId="{6DD5570B-38BE-4F42-91C5-DFD360873D09}" destId="{74E9F84F-F7E1-433B-B478-247ECD62870E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CB7FB8-F3D5-4AE3-8076-02A33FFBA7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3A62C4-32DC-4EDD-8506-6CAE80157240}">
      <dgm:prSet/>
      <dgm:spPr/>
      <dgm:t>
        <a:bodyPr/>
        <a:lstStyle/>
        <a:p>
          <a:r>
            <a:rPr lang="en-US"/>
            <a:t>Light professional theme</a:t>
          </a:r>
        </a:p>
      </dgm:t>
    </dgm:pt>
    <dgm:pt modelId="{CB720B5B-2F19-412E-8668-BB4DD65330AC}" type="parTrans" cxnId="{36151CA3-5EAC-4BE4-BBE4-33DC3601C36E}">
      <dgm:prSet/>
      <dgm:spPr/>
      <dgm:t>
        <a:bodyPr/>
        <a:lstStyle/>
        <a:p>
          <a:endParaRPr lang="en-US"/>
        </a:p>
      </dgm:t>
    </dgm:pt>
    <dgm:pt modelId="{A26D26C3-3C1B-41A2-89B3-282D840E0009}" type="sibTrans" cxnId="{36151CA3-5EAC-4BE4-BBE4-33DC3601C36E}">
      <dgm:prSet/>
      <dgm:spPr/>
      <dgm:t>
        <a:bodyPr/>
        <a:lstStyle/>
        <a:p>
          <a:endParaRPr lang="en-US"/>
        </a:p>
      </dgm:t>
    </dgm:pt>
    <dgm:pt modelId="{BEB78832-7AF4-4F08-812F-4D116BA505D8}">
      <dgm:prSet/>
      <dgm:spPr/>
      <dgm:t>
        <a:bodyPr/>
        <a:lstStyle/>
        <a:p>
          <a:r>
            <a:rPr lang="en-US"/>
            <a:t>Sharp rectangular cards</a:t>
          </a:r>
        </a:p>
      </dgm:t>
    </dgm:pt>
    <dgm:pt modelId="{13E7A038-C05E-4720-BD6D-ED37D06E6C07}" type="parTrans" cxnId="{42F7191D-0D80-485A-8071-54A2ABA69E93}">
      <dgm:prSet/>
      <dgm:spPr/>
      <dgm:t>
        <a:bodyPr/>
        <a:lstStyle/>
        <a:p>
          <a:endParaRPr lang="en-US"/>
        </a:p>
      </dgm:t>
    </dgm:pt>
    <dgm:pt modelId="{B19A0489-56A7-48DF-AAAD-D14BCC386461}" type="sibTrans" cxnId="{42F7191D-0D80-485A-8071-54A2ABA69E93}">
      <dgm:prSet/>
      <dgm:spPr/>
      <dgm:t>
        <a:bodyPr/>
        <a:lstStyle/>
        <a:p>
          <a:endParaRPr lang="en-US"/>
        </a:p>
      </dgm:t>
    </dgm:pt>
    <dgm:pt modelId="{61B1BEB4-E085-434D-99A2-E7CBF3EFE09D}">
      <dgm:prSet/>
      <dgm:spPr/>
      <dgm:t>
        <a:bodyPr/>
        <a:lstStyle/>
        <a:p>
          <a:r>
            <a:rPr lang="en-US"/>
            <a:t>Pie, bar, and area-style charts</a:t>
          </a:r>
        </a:p>
      </dgm:t>
    </dgm:pt>
    <dgm:pt modelId="{AE651741-67CC-47F8-B859-C0EE6A144D25}" type="parTrans" cxnId="{8281002E-AAF8-446D-8F98-A2A0FFCEFE26}">
      <dgm:prSet/>
      <dgm:spPr/>
      <dgm:t>
        <a:bodyPr/>
        <a:lstStyle/>
        <a:p>
          <a:endParaRPr lang="en-US"/>
        </a:p>
      </dgm:t>
    </dgm:pt>
    <dgm:pt modelId="{5849B390-6AB7-4CA4-A7DC-A1AFF7FE5DA3}" type="sibTrans" cxnId="{8281002E-AAF8-446D-8F98-A2A0FFCEFE26}">
      <dgm:prSet/>
      <dgm:spPr/>
      <dgm:t>
        <a:bodyPr/>
        <a:lstStyle/>
        <a:p>
          <a:endParaRPr lang="en-US"/>
        </a:p>
      </dgm:t>
    </dgm:pt>
    <dgm:pt modelId="{A5C72A3A-2BF6-412A-8581-94CA01F8845E}">
      <dgm:prSet/>
      <dgm:spPr/>
      <dgm:t>
        <a:bodyPr/>
        <a:lstStyle/>
        <a:p>
          <a:r>
            <a:rPr lang="en-US"/>
            <a:t>Role-specific data presentation</a:t>
          </a:r>
        </a:p>
      </dgm:t>
    </dgm:pt>
    <dgm:pt modelId="{6D490ECA-CA7E-45D3-8ADD-58B91570A4A8}" type="parTrans" cxnId="{4EABD820-AB67-4B44-B00B-5A8A57A6A209}">
      <dgm:prSet/>
      <dgm:spPr/>
      <dgm:t>
        <a:bodyPr/>
        <a:lstStyle/>
        <a:p>
          <a:endParaRPr lang="en-US"/>
        </a:p>
      </dgm:t>
    </dgm:pt>
    <dgm:pt modelId="{61A38755-6DB9-4817-A1C1-F4FD946BC6EB}" type="sibTrans" cxnId="{4EABD820-AB67-4B44-B00B-5A8A57A6A209}">
      <dgm:prSet/>
      <dgm:spPr/>
      <dgm:t>
        <a:bodyPr/>
        <a:lstStyle/>
        <a:p>
          <a:endParaRPr lang="en-US"/>
        </a:p>
      </dgm:t>
    </dgm:pt>
    <dgm:pt modelId="{7BEE24E1-7900-4F40-AF61-BAF9B58296D7}" type="pres">
      <dgm:prSet presAssocID="{6DCB7FB8-F3D5-4AE3-8076-02A33FFBA754}" presName="linear" presStyleCnt="0">
        <dgm:presLayoutVars>
          <dgm:animLvl val="lvl"/>
          <dgm:resizeHandles val="exact"/>
        </dgm:presLayoutVars>
      </dgm:prSet>
      <dgm:spPr/>
    </dgm:pt>
    <dgm:pt modelId="{31BAA8DC-3424-4EBD-9B0D-6C6AA9EE9094}" type="pres">
      <dgm:prSet presAssocID="{993A62C4-32DC-4EDD-8506-6CAE801572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78D334-AC91-443D-A3EC-414AAB8EF727}" type="pres">
      <dgm:prSet presAssocID="{A26D26C3-3C1B-41A2-89B3-282D840E0009}" presName="spacer" presStyleCnt="0"/>
      <dgm:spPr/>
    </dgm:pt>
    <dgm:pt modelId="{38B713DF-93A8-4B83-A263-BFE9C074568A}" type="pres">
      <dgm:prSet presAssocID="{BEB78832-7AF4-4F08-812F-4D116BA505D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3E90B5-E579-4EF3-9877-1D71C6A0AC8B}" type="pres">
      <dgm:prSet presAssocID="{B19A0489-56A7-48DF-AAAD-D14BCC386461}" presName="spacer" presStyleCnt="0"/>
      <dgm:spPr/>
    </dgm:pt>
    <dgm:pt modelId="{8393452C-505C-46E2-8A1A-E124BC04CD0D}" type="pres">
      <dgm:prSet presAssocID="{61B1BEB4-E085-434D-99A2-E7CBF3EFE0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71FA88-FA8A-4D42-AD17-99B3DF44F09A}" type="pres">
      <dgm:prSet presAssocID="{5849B390-6AB7-4CA4-A7DC-A1AFF7FE5DA3}" presName="spacer" presStyleCnt="0"/>
      <dgm:spPr/>
    </dgm:pt>
    <dgm:pt modelId="{24A68678-FC52-4237-AAE3-C360EC554A22}" type="pres">
      <dgm:prSet presAssocID="{A5C72A3A-2BF6-412A-8581-94CA01F884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EA3550A-4B2B-40F3-AF87-F6478450D2C9}" type="presOf" srcId="{BEB78832-7AF4-4F08-812F-4D116BA505D8}" destId="{38B713DF-93A8-4B83-A263-BFE9C074568A}" srcOrd="0" destOrd="0" presId="urn:microsoft.com/office/officeart/2005/8/layout/vList2"/>
    <dgm:cxn modelId="{42F7191D-0D80-485A-8071-54A2ABA69E93}" srcId="{6DCB7FB8-F3D5-4AE3-8076-02A33FFBA754}" destId="{BEB78832-7AF4-4F08-812F-4D116BA505D8}" srcOrd="1" destOrd="0" parTransId="{13E7A038-C05E-4720-BD6D-ED37D06E6C07}" sibTransId="{B19A0489-56A7-48DF-AAAD-D14BCC386461}"/>
    <dgm:cxn modelId="{4EABD820-AB67-4B44-B00B-5A8A57A6A209}" srcId="{6DCB7FB8-F3D5-4AE3-8076-02A33FFBA754}" destId="{A5C72A3A-2BF6-412A-8581-94CA01F8845E}" srcOrd="3" destOrd="0" parTransId="{6D490ECA-CA7E-45D3-8ADD-58B91570A4A8}" sibTransId="{61A38755-6DB9-4817-A1C1-F4FD946BC6EB}"/>
    <dgm:cxn modelId="{8281002E-AAF8-446D-8F98-A2A0FFCEFE26}" srcId="{6DCB7FB8-F3D5-4AE3-8076-02A33FFBA754}" destId="{61B1BEB4-E085-434D-99A2-E7CBF3EFE09D}" srcOrd="2" destOrd="0" parTransId="{AE651741-67CC-47F8-B859-C0EE6A144D25}" sibTransId="{5849B390-6AB7-4CA4-A7DC-A1AFF7FE5DA3}"/>
    <dgm:cxn modelId="{A0F3BC94-B418-4123-84BE-C6B882F91C80}" type="presOf" srcId="{6DCB7FB8-F3D5-4AE3-8076-02A33FFBA754}" destId="{7BEE24E1-7900-4F40-AF61-BAF9B58296D7}" srcOrd="0" destOrd="0" presId="urn:microsoft.com/office/officeart/2005/8/layout/vList2"/>
    <dgm:cxn modelId="{36151CA3-5EAC-4BE4-BBE4-33DC3601C36E}" srcId="{6DCB7FB8-F3D5-4AE3-8076-02A33FFBA754}" destId="{993A62C4-32DC-4EDD-8506-6CAE80157240}" srcOrd="0" destOrd="0" parTransId="{CB720B5B-2F19-412E-8668-BB4DD65330AC}" sibTransId="{A26D26C3-3C1B-41A2-89B3-282D840E0009}"/>
    <dgm:cxn modelId="{F1876FCF-9D27-4EB0-BC86-84D4235C90CD}" type="presOf" srcId="{A5C72A3A-2BF6-412A-8581-94CA01F8845E}" destId="{24A68678-FC52-4237-AAE3-C360EC554A22}" srcOrd="0" destOrd="0" presId="urn:microsoft.com/office/officeart/2005/8/layout/vList2"/>
    <dgm:cxn modelId="{B10CF1E8-5766-49CB-8306-EE92FFD312A7}" type="presOf" srcId="{993A62C4-32DC-4EDD-8506-6CAE80157240}" destId="{31BAA8DC-3424-4EBD-9B0D-6C6AA9EE9094}" srcOrd="0" destOrd="0" presId="urn:microsoft.com/office/officeart/2005/8/layout/vList2"/>
    <dgm:cxn modelId="{0C5905F8-720F-434E-A864-999CCD99072A}" type="presOf" srcId="{61B1BEB4-E085-434D-99A2-E7CBF3EFE09D}" destId="{8393452C-505C-46E2-8A1A-E124BC04CD0D}" srcOrd="0" destOrd="0" presId="urn:microsoft.com/office/officeart/2005/8/layout/vList2"/>
    <dgm:cxn modelId="{45903CA8-0C12-4FEC-841E-E8D2CFAC0429}" type="presParOf" srcId="{7BEE24E1-7900-4F40-AF61-BAF9B58296D7}" destId="{31BAA8DC-3424-4EBD-9B0D-6C6AA9EE9094}" srcOrd="0" destOrd="0" presId="urn:microsoft.com/office/officeart/2005/8/layout/vList2"/>
    <dgm:cxn modelId="{63E5D2D4-2401-431C-8A5B-C5CE0ED8B4EF}" type="presParOf" srcId="{7BEE24E1-7900-4F40-AF61-BAF9B58296D7}" destId="{1778D334-AC91-443D-A3EC-414AAB8EF727}" srcOrd="1" destOrd="0" presId="urn:microsoft.com/office/officeart/2005/8/layout/vList2"/>
    <dgm:cxn modelId="{C28D36DE-35B3-444F-9B47-2E2714A29AB2}" type="presParOf" srcId="{7BEE24E1-7900-4F40-AF61-BAF9B58296D7}" destId="{38B713DF-93A8-4B83-A263-BFE9C074568A}" srcOrd="2" destOrd="0" presId="urn:microsoft.com/office/officeart/2005/8/layout/vList2"/>
    <dgm:cxn modelId="{94EF43BB-2EA6-486C-90C5-240988B5F270}" type="presParOf" srcId="{7BEE24E1-7900-4F40-AF61-BAF9B58296D7}" destId="{4A3E90B5-E579-4EF3-9877-1D71C6A0AC8B}" srcOrd="3" destOrd="0" presId="urn:microsoft.com/office/officeart/2005/8/layout/vList2"/>
    <dgm:cxn modelId="{9DCCE530-945E-4D23-9567-F6836EF091D4}" type="presParOf" srcId="{7BEE24E1-7900-4F40-AF61-BAF9B58296D7}" destId="{8393452C-505C-46E2-8A1A-E124BC04CD0D}" srcOrd="4" destOrd="0" presId="urn:microsoft.com/office/officeart/2005/8/layout/vList2"/>
    <dgm:cxn modelId="{BF7BBC28-EA24-49FC-9FC9-CFA1A4DED6ED}" type="presParOf" srcId="{7BEE24E1-7900-4F40-AF61-BAF9B58296D7}" destId="{1C71FA88-FA8A-4D42-AD17-99B3DF44F09A}" srcOrd="5" destOrd="0" presId="urn:microsoft.com/office/officeart/2005/8/layout/vList2"/>
    <dgm:cxn modelId="{77031434-9205-47BD-8723-32D1F6F5D351}" type="presParOf" srcId="{7BEE24E1-7900-4F40-AF61-BAF9B58296D7}" destId="{24A68678-FC52-4237-AAE3-C360EC554A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96F698-D535-4378-8CDC-99F31C0D55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54BEB7F-E5F5-4F44-9ADA-FF28025FDF8B}">
      <dgm:prSet/>
      <dgm:spPr/>
      <dgm:t>
        <a:bodyPr/>
        <a:lstStyle/>
        <a:p>
          <a:r>
            <a:rPr lang="en-US"/>
            <a:t>Parallel billing/resident fetches</a:t>
          </a:r>
        </a:p>
      </dgm:t>
    </dgm:pt>
    <dgm:pt modelId="{7CD26AF5-FA44-4A76-A15C-D395F0D0E7B7}" type="parTrans" cxnId="{AFBBC29C-D010-48BD-926C-B8F128CC45C0}">
      <dgm:prSet/>
      <dgm:spPr/>
      <dgm:t>
        <a:bodyPr/>
        <a:lstStyle/>
        <a:p>
          <a:endParaRPr lang="en-US"/>
        </a:p>
      </dgm:t>
    </dgm:pt>
    <dgm:pt modelId="{90131F2B-73FA-4906-A955-56AD1B8861BA}" type="sibTrans" cxnId="{AFBBC29C-D010-48BD-926C-B8F128CC45C0}">
      <dgm:prSet/>
      <dgm:spPr/>
      <dgm:t>
        <a:bodyPr/>
        <a:lstStyle/>
        <a:p>
          <a:endParaRPr lang="en-US"/>
        </a:p>
      </dgm:t>
    </dgm:pt>
    <dgm:pt modelId="{053FE578-3F73-4495-A3AF-90CB7D6991AF}">
      <dgm:prSet/>
      <dgm:spPr/>
      <dgm:t>
        <a:bodyPr/>
        <a:lstStyle/>
        <a:p>
          <a:r>
            <a:rPr lang="en-US"/>
            <a:t>Dedicated my-room endpoint</a:t>
          </a:r>
        </a:p>
      </dgm:t>
    </dgm:pt>
    <dgm:pt modelId="{0E57892E-2575-4F12-A606-8A1D8D0FF475}" type="parTrans" cxnId="{7AEC305A-0219-4006-8F82-14890FE45585}">
      <dgm:prSet/>
      <dgm:spPr/>
      <dgm:t>
        <a:bodyPr/>
        <a:lstStyle/>
        <a:p>
          <a:endParaRPr lang="en-US"/>
        </a:p>
      </dgm:t>
    </dgm:pt>
    <dgm:pt modelId="{E1FDE131-139A-4088-9D44-73F2FB88F258}" type="sibTrans" cxnId="{7AEC305A-0219-4006-8F82-14890FE45585}">
      <dgm:prSet/>
      <dgm:spPr/>
      <dgm:t>
        <a:bodyPr/>
        <a:lstStyle/>
        <a:p>
          <a:endParaRPr lang="en-US"/>
        </a:p>
      </dgm:t>
    </dgm:pt>
    <dgm:pt modelId="{790F9124-F8B1-4B98-80DF-2CCEC1E61990}">
      <dgm:prSet/>
      <dgm:spPr/>
      <dgm:t>
        <a:bodyPr/>
        <a:lstStyle/>
        <a:p>
          <a:r>
            <a:rPr lang="en-US"/>
            <a:t>Lean MongoDB queries</a:t>
          </a:r>
        </a:p>
      </dgm:t>
    </dgm:pt>
    <dgm:pt modelId="{48AA44F3-BAAA-4CDF-94D3-42D298242BAC}" type="parTrans" cxnId="{2EA51AFA-013C-47B6-8322-BAF00C05E8E7}">
      <dgm:prSet/>
      <dgm:spPr/>
      <dgm:t>
        <a:bodyPr/>
        <a:lstStyle/>
        <a:p>
          <a:endParaRPr lang="en-US"/>
        </a:p>
      </dgm:t>
    </dgm:pt>
    <dgm:pt modelId="{5C9B7CE7-25FA-4AB8-9CAA-9111B41C5305}" type="sibTrans" cxnId="{2EA51AFA-013C-47B6-8322-BAF00C05E8E7}">
      <dgm:prSet/>
      <dgm:spPr/>
      <dgm:t>
        <a:bodyPr/>
        <a:lstStyle/>
        <a:p>
          <a:endParaRPr lang="en-US"/>
        </a:p>
      </dgm:t>
    </dgm:pt>
    <dgm:pt modelId="{6D390F41-A089-4C9A-AE7D-37E01A53B66E}">
      <dgm:prSet/>
      <dgm:spPr/>
      <dgm:t>
        <a:bodyPr/>
        <a:lstStyle/>
        <a:p>
          <a:r>
            <a:rPr lang="en-US"/>
            <a:t>Local maintenance state update</a:t>
          </a:r>
        </a:p>
      </dgm:t>
    </dgm:pt>
    <dgm:pt modelId="{F6FCD902-D4C8-4B20-BCEF-E9BB16BDA10F}" type="parTrans" cxnId="{71E01EFF-3037-49CB-80C8-1F9028A475A8}">
      <dgm:prSet/>
      <dgm:spPr/>
      <dgm:t>
        <a:bodyPr/>
        <a:lstStyle/>
        <a:p>
          <a:endParaRPr lang="en-US"/>
        </a:p>
      </dgm:t>
    </dgm:pt>
    <dgm:pt modelId="{AA3E7C13-E2D9-4B29-AD3A-2359071915E4}" type="sibTrans" cxnId="{71E01EFF-3037-49CB-80C8-1F9028A475A8}">
      <dgm:prSet/>
      <dgm:spPr/>
      <dgm:t>
        <a:bodyPr/>
        <a:lstStyle/>
        <a:p>
          <a:endParaRPr lang="en-US"/>
        </a:p>
      </dgm:t>
    </dgm:pt>
    <dgm:pt modelId="{C5EBAE5E-6571-49F1-800D-877EA9316598}">
      <dgm:prSet/>
      <dgm:spPr/>
      <dgm:t>
        <a:bodyPr/>
        <a:lstStyle/>
        <a:p>
          <a:r>
            <a:rPr lang="en-US"/>
            <a:t>Clear database error handling</a:t>
          </a:r>
        </a:p>
      </dgm:t>
    </dgm:pt>
    <dgm:pt modelId="{6915E78D-69FE-43F2-8084-29A13C806074}" type="parTrans" cxnId="{7843890F-72D9-4D15-B637-E49434C41E39}">
      <dgm:prSet/>
      <dgm:spPr/>
      <dgm:t>
        <a:bodyPr/>
        <a:lstStyle/>
        <a:p>
          <a:endParaRPr lang="en-US"/>
        </a:p>
      </dgm:t>
    </dgm:pt>
    <dgm:pt modelId="{7B5BFD52-28A3-459E-8BC6-62987E26A544}" type="sibTrans" cxnId="{7843890F-72D9-4D15-B637-E49434C41E39}">
      <dgm:prSet/>
      <dgm:spPr/>
      <dgm:t>
        <a:bodyPr/>
        <a:lstStyle/>
        <a:p>
          <a:endParaRPr lang="en-US"/>
        </a:p>
      </dgm:t>
    </dgm:pt>
    <dgm:pt modelId="{94F18972-09BA-4F22-AF54-96570C98E798}" type="pres">
      <dgm:prSet presAssocID="{1A96F698-D535-4378-8CDC-99F31C0D558D}" presName="linear" presStyleCnt="0">
        <dgm:presLayoutVars>
          <dgm:animLvl val="lvl"/>
          <dgm:resizeHandles val="exact"/>
        </dgm:presLayoutVars>
      </dgm:prSet>
      <dgm:spPr/>
    </dgm:pt>
    <dgm:pt modelId="{B71161A1-399B-466C-95F4-E4F377DCE711}" type="pres">
      <dgm:prSet presAssocID="{254BEB7F-E5F5-4F44-9ADA-FF28025FDF8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98DC16E-4EE9-4814-A123-3C042DC89E7C}" type="pres">
      <dgm:prSet presAssocID="{90131F2B-73FA-4906-A955-56AD1B8861BA}" presName="spacer" presStyleCnt="0"/>
      <dgm:spPr/>
    </dgm:pt>
    <dgm:pt modelId="{D03F5507-3AA5-47D8-8FDC-1CBC80613328}" type="pres">
      <dgm:prSet presAssocID="{053FE578-3F73-4495-A3AF-90CB7D6991A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57101D4-B6DE-4083-B47A-373D00289ED2}" type="pres">
      <dgm:prSet presAssocID="{E1FDE131-139A-4088-9D44-73F2FB88F258}" presName="spacer" presStyleCnt="0"/>
      <dgm:spPr/>
    </dgm:pt>
    <dgm:pt modelId="{761F7039-0D61-4164-87A1-419753FEE46B}" type="pres">
      <dgm:prSet presAssocID="{790F9124-F8B1-4B98-80DF-2CCEC1E6199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4861A52-A0F5-4AE7-B943-10C8CEDA5E44}" type="pres">
      <dgm:prSet presAssocID="{5C9B7CE7-25FA-4AB8-9CAA-9111B41C5305}" presName="spacer" presStyleCnt="0"/>
      <dgm:spPr/>
    </dgm:pt>
    <dgm:pt modelId="{647AA610-A7B1-4275-8DEA-41B4785E32B0}" type="pres">
      <dgm:prSet presAssocID="{6D390F41-A089-4C9A-AE7D-37E01A53B66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4282D48-E375-4276-8794-C9410AC2E2E5}" type="pres">
      <dgm:prSet presAssocID="{AA3E7C13-E2D9-4B29-AD3A-2359071915E4}" presName="spacer" presStyleCnt="0"/>
      <dgm:spPr/>
    </dgm:pt>
    <dgm:pt modelId="{E33BB8CE-7517-4FB0-8C80-95574B323572}" type="pres">
      <dgm:prSet presAssocID="{C5EBAE5E-6571-49F1-800D-877EA93165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843890F-72D9-4D15-B637-E49434C41E39}" srcId="{1A96F698-D535-4378-8CDC-99F31C0D558D}" destId="{C5EBAE5E-6571-49F1-800D-877EA9316598}" srcOrd="4" destOrd="0" parTransId="{6915E78D-69FE-43F2-8084-29A13C806074}" sibTransId="{7B5BFD52-28A3-459E-8BC6-62987E26A544}"/>
    <dgm:cxn modelId="{9A670545-9505-4ECA-A49B-F38B182EB8D6}" type="presOf" srcId="{254BEB7F-E5F5-4F44-9ADA-FF28025FDF8B}" destId="{B71161A1-399B-466C-95F4-E4F377DCE711}" srcOrd="0" destOrd="0" presId="urn:microsoft.com/office/officeart/2005/8/layout/vList2"/>
    <dgm:cxn modelId="{7AEC305A-0219-4006-8F82-14890FE45585}" srcId="{1A96F698-D535-4378-8CDC-99F31C0D558D}" destId="{053FE578-3F73-4495-A3AF-90CB7D6991AF}" srcOrd="1" destOrd="0" parTransId="{0E57892E-2575-4F12-A606-8A1D8D0FF475}" sibTransId="{E1FDE131-139A-4088-9D44-73F2FB88F258}"/>
    <dgm:cxn modelId="{E385EB85-75BA-4B2E-8505-F143C6117044}" type="presOf" srcId="{1A96F698-D535-4378-8CDC-99F31C0D558D}" destId="{94F18972-09BA-4F22-AF54-96570C98E798}" srcOrd="0" destOrd="0" presId="urn:microsoft.com/office/officeart/2005/8/layout/vList2"/>
    <dgm:cxn modelId="{881DB29C-D1B8-4A0C-B4F9-A7F646C19718}" type="presOf" srcId="{790F9124-F8B1-4B98-80DF-2CCEC1E61990}" destId="{761F7039-0D61-4164-87A1-419753FEE46B}" srcOrd="0" destOrd="0" presId="urn:microsoft.com/office/officeart/2005/8/layout/vList2"/>
    <dgm:cxn modelId="{AFBBC29C-D010-48BD-926C-B8F128CC45C0}" srcId="{1A96F698-D535-4378-8CDC-99F31C0D558D}" destId="{254BEB7F-E5F5-4F44-9ADA-FF28025FDF8B}" srcOrd="0" destOrd="0" parTransId="{7CD26AF5-FA44-4A76-A15C-D395F0D0E7B7}" sibTransId="{90131F2B-73FA-4906-A955-56AD1B8861BA}"/>
    <dgm:cxn modelId="{DB6618DC-0EF0-44E2-88AB-167A58D65037}" type="presOf" srcId="{053FE578-3F73-4495-A3AF-90CB7D6991AF}" destId="{D03F5507-3AA5-47D8-8FDC-1CBC80613328}" srcOrd="0" destOrd="0" presId="urn:microsoft.com/office/officeart/2005/8/layout/vList2"/>
    <dgm:cxn modelId="{434D5CDE-07E0-47A6-9A6B-B049481FC252}" type="presOf" srcId="{6D390F41-A089-4C9A-AE7D-37E01A53B66E}" destId="{647AA610-A7B1-4275-8DEA-41B4785E32B0}" srcOrd="0" destOrd="0" presId="urn:microsoft.com/office/officeart/2005/8/layout/vList2"/>
    <dgm:cxn modelId="{BE6424E7-7CE1-4782-8359-EF5D54644B1F}" type="presOf" srcId="{C5EBAE5E-6571-49F1-800D-877EA9316598}" destId="{E33BB8CE-7517-4FB0-8C80-95574B323572}" srcOrd="0" destOrd="0" presId="urn:microsoft.com/office/officeart/2005/8/layout/vList2"/>
    <dgm:cxn modelId="{2EA51AFA-013C-47B6-8322-BAF00C05E8E7}" srcId="{1A96F698-D535-4378-8CDC-99F31C0D558D}" destId="{790F9124-F8B1-4B98-80DF-2CCEC1E61990}" srcOrd="2" destOrd="0" parTransId="{48AA44F3-BAAA-4CDF-94D3-42D298242BAC}" sibTransId="{5C9B7CE7-25FA-4AB8-9CAA-9111B41C5305}"/>
    <dgm:cxn modelId="{71E01EFF-3037-49CB-80C8-1F9028A475A8}" srcId="{1A96F698-D535-4378-8CDC-99F31C0D558D}" destId="{6D390F41-A089-4C9A-AE7D-37E01A53B66E}" srcOrd="3" destOrd="0" parTransId="{F6FCD902-D4C8-4B20-BCEF-E9BB16BDA10F}" sibTransId="{AA3E7C13-E2D9-4B29-AD3A-2359071915E4}"/>
    <dgm:cxn modelId="{BDF91390-5258-4DC3-9F80-421341BCDCB4}" type="presParOf" srcId="{94F18972-09BA-4F22-AF54-96570C98E798}" destId="{B71161A1-399B-466C-95F4-E4F377DCE711}" srcOrd="0" destOrd="0" presId="urn:microsoft.com/office/officeart/2005/8/layout/vList2"/>
    <dgm:cxn modelId="{E8FC2148-667F-4803-A45A-6CB1981C0687}" type="presParOf" srcId="{94F18972-09BA-4F22-AF54-96570C98E798}" destId="{B98DC16E-4EE9-4814-A123-3C042DC89E7C}" srcOrd="1" destOrd="0" presId="urn:microsoft.com/office/officeart/2005/8/layout/vList2"/>
    <dgm:cxn modelId="{A5A9C75A-5625-42D8-BA7B-B6101F875D25}" type="presParOf" srcId="{94F18972-09BA-4F22-AF54-96570C98E798}" destId="{D03F5507-3AA5-47D8-8FDC-1CBC80613328}" srcOrd="2" destOrd="0" presId="urn:microsoft.com/office/officeart/2005/8/layout/vList2"/>
    <dgm:cxn modelId="{F18853EF-8BE7-4EAA-A917-9B78130AE69A}" type="presParOf" srcId="{94F18972-09BA-4F22-AF54-96570C98E798}" destId="{657101D4-B6DE-4083-B47A-373D00289ED2}" srcOrd="3" destOrd="0" presId="urn:microsoft.com/office/officeart/2005/8/layout/vList2"/>
    <dgm:cxn modelId="{60BDD207-D02C-4660-A001-6FD29B28C2DA}" type="presParOf" srcId="{94F18972-09BA-4F22-AF54-96570C98E798}" destId="{761F7039-0D61-4164-87A1-419753FEE46B}" srcOrd="4" destOrd="0" presId="urn:microsoft.com/office/officeart/2005/8/layout/vList2"/>
    <dgm:cxn modelId="{2DCC5C1D-B90C-4808-A417-3DECEA3B2095}" type="presParOf" srcId="{94F18972-09BA-4F22-AF54-96570C98E798}" destId="{64861A52-A0F5-4AE7-B943-10C8CEDA5E44}" srcOrd="5" destOrd="0" presId="urn:microsoft.com/office/officeart/2005/8/layout/vList2"/>
    <dgm:cxn modelId="{C4887E05-7275-43BC-8D0D-94972E833241}" type="presParOf" srcId="{94F18972-09BA-4F22-AF54-96570C98E798}" destId="{647AA610-A7B1-4275-8DEA-41B4785E32B0}" srcOrd="6" destOrd="0" presId="urn:microsoft.com/office/officeart/2005/8/layout/vList2"/>
    <dgm:cxn modelId="{ABBEA4E0-40AB-46F2-989A-C3581B2A66CC}" type="presParOf" srcId="{94F18972-09BA-4F22-AF54-96570C98E798}" destId="{E4282D48-E375-4276-8794-C9410AC2E2E5}" srcOrd="7" destOrd="0" presId="urn:microsoft.com/office/officeart/2005/8/layout/vList2"/>
    <dgm:cxn modelId="{0A4D7F3A-6A7C-4194-A1B7-354AE0975A7B}" type="presParOf" srcId="{94F18972-09BA-4F22-AF54-96570C98E798}" destId="{E33BB8CE-7517-4FB0-8C80-95574B32357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99EC654-9337-47BE-AFDA-0A0C908B698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4DD088-BDF6-4975-A4BC-6C83C8A36D1B}">
      <dgm:prSet/>
      <dgm:spPr/>
      <dgm:t>
        <a:bodyPr/>
        <a:lstStyle/>
        <a:p>
          <a:r>
            <a:rPr lang="en-US"/>
            <a:t>Frontend build verified</a:t>
          </a:r>
        </a:p>
      </dgm:t>
    </dgm:pt>
    <dgm:pt modelId="{A70D98C3-6E92-4719-998D-13F50E6DD598}" type="parTrans" cxnId="{24259C37-103A-44E3-BA07-5880C8E66052}">
      <dgm:prSet/>
      <dgm:spPr/>
      <dgm:t>
        <a:bodyPr/>
        <a:lstStyle/>
        <a:p>
          <a:endParaRPr lang="en-US"/>
        </a:p>
      </dgm:t>
    </dgm:pt>
    <dgm:pt modelId="{32091512-FE5E-4278-874B-A2B31D199E23}" type="sibTrans" cxnId="{24259C37-103A-44E3-BA07-5880C8E66052}">
      <dgm:prSet/>
      <dgm:spPr/>
      <dgm:t>
        <a:bodyPr/>
        <a:lstStyle/>
        <a:p>
          <a:endParaRPr lang="en-US"/>
        </a:p>
      </dgm:t>
    </dgm:pt>
    <dgm:pt modelId="{FFE46F92-18C5-4CB4-B6FD-E1C0DCE85D69}">
      <dgm:prSet/>
      <dgm:spPr/>
      <dgm:t>
        <a:bodyPr/>
        <a:lstStyle/>
        <a:p>
          <a:r>
            <a:rPr lang="en-US"/>
            <a:t>Backend routes verified</a:t>
          </a:r>
        </a:p>
      </dgm:t>
    </dgm:pt>
    <dgm:pt modelId="{10AA5FCD-D5D2-41DA-AF20-B666BD53533C}" type="parTrans" cxnId="{7B52D0B9-AA3D-4D83-B9C3-C635A4E8F625}">
      <dgm:prSet/>
      <dgm:spPr/>
      <dgm:t>
        <a:bodyPr/>
        <a:lstStyle/>
        <a:p>
          <a:endParaRPr lang="en-US"/>
        </a:p>
      </dgm:t>
    </dgm:pt>
    <dgm:pt modelId="{9B0B2F3F-627D-41BC-A93A-57045C7A1463}" type="sibTrans" cxnId="{7B52D0B9-AA3D-4D83-B9C3-C635A4E8F625}">
      <dgm:prSet/>
      <dgm:spPr/>
      <dgm:t>
        <a:bodyPr/>
        <a:lstStyle/>
        <a:p>
          <a:endParaRPr lang="en-US"/>
        </a:p>
      </dgm:t>
    </dgm:pt>
    <dgm:pt modelId="{D6C7997D-EEE8-4626-8751-5BBA30E6BBB7}">
      <dgm:prSet/>
      <dgm:spPr/>
      <dgm:t>
        <a:bodyPr/>
        <a:lstStyle/>
        <a:p>
          <a:r>
            <a:rPr lang="en-US"/>
            <a:t>Vercel frontend and backend configs</a:t>
          </a:r>
        </a:p>
      </dgm:t>
    </dgm:pt>
    <dgm:pt modelId="{80479DEA-8A30-4CDB-B950-C5F215A0B486}" type="parTrans" cxnId="{949AA701-F497-4481-A5B0-B9EB7976E746}">
      <dgm:prSet/>
      <dgm:spPr/>
      <dgm:t>
        <a:bodyPr/>
        <a:lstStyle/>
        <a:p>
          <a:endParaRPr lang="en-US"/>
        </a:p>
      </dgm:t>
    </dgm:pt>
    <dgm:pt modelId="{EA1898D2-E5CD-40E9-A699-42E001659CF1}" type="sibTrans" cxnId="{949AA701-F497-4481-A5B0-B9EB7976E746}">
      <dgm:prSet/>
      <dgm:spPr/>
      <dgm:t>
        <a:bodyPr/>
        <a:lstStyle/>
        <a:p>
          <a:endParaRPr lang="en-US"/>
        </a:p>
      </dgm:t>
    </dgm:pt>
    <dgm:pt modelId="{02A95FC0-53BD-4968-A17B-1ADF376DF502}">
      <dgm:prSet/>
      <dgm:spPr/>
      <dgm:t>
        <a:bodyPr/>
        <a:lstStyle/>
        <a:p>
          <a:r>
            <a:rPr lang="en-US"/>
            <a:t>MongoDB Atlas network access</a:t>
          </a:r>
        </a:p>
      </dgm:t>
    </dgm:pt>
    <dgm:pt modelId="{7C50BDFD-29DB-4887-BEDC-4D1334AE8FD5}" type="parTrans" cxnId="{C429D16E-C0D5-45C2-935A-11582AA8F4DB}">
      <dgm:prSet/>
      <dgm:spPr/>
      <dgm:t>
        <a:bodyPr/>
        <a:lstStyle/>
        <a:p>
          <a:endParaRPr lang="en-US"/>
        </a:p>
      </dgm:t>
    </dgm:pt>
    <dgm:pt modelId="{2AB19601-889B-49D8-91C3-EAD07EB93207}" type="sibTrans" cxnId="{C429D16E-C0D5-45C2-935A-11582AA8F4DB}">
      <dgm:prSet/>
      <dgm:spPr/>
      <dgm:t>
        <a:bodyPr/>
        <a:lstStyle/>
        <a:p>
          <a:endParaRPr lang="en-US"/>
        </a:p>
      </dgm:t>
    </dgm:pt>
    <dgm:pt modelId="{2CAEBB99-EA72-472C-8865-F912AA3A2952}">
      <dgm:prSet/>
      <dgm:spPr/>
      <dgm:t>
        <a:bodyPr/>
        <a:lstStyle/>
        <a:p>
          <a:r>
            <a:rPr lang="en-US"/>
            <a:t>Environment variables for production</a:t>
          </a:r>
        </a:p>
      </dgm:t>
    </dgm:pt>
    <dgm:pt modelId="{3F91DEC6-28CC-49CE-BB83-EBC10C889EA9}" type="parTrans" cxnId="{1D93A034-E031-4B23-A11A-FE3DBEA664D3}">
      <dgm:prSet/>
      <dgm:spPr/>
      <dgm:t>
        <a:bodyPr/>
        <a:lstStyle/>
        <a:p>
          <a:endParaRPr lang="en-US"/>
        </a:p>
      </dgm:t>
    </dgm:pt>
    <dgm:pt modelId="{99A5A4F1-C7DB-42EE-B310-461B58D5841C}" type="sibTrans" cxnId="{1D93A034-E031-4B23-A11A-FE3DBEA664D3}">
      <dgm:prSet/>
      <dgm:spPr/>
      <dgm:t>
        <a:bodyPr/>
        <a:lstStyle/>
        <a:p>
          <a:endParaRPr lang="en-US"/>
        </a:p>
      </dgm:t>
    </dgm:pt>
    <dgm:pt modelId="{174F506D-7E4E-45EF-B48D-911B3312EB13}" type="pres">
      <dgm:prSet presAssocID="{199EC654-9337-47BE-AFDA-0A0C908B698D}" presName="vert0" presStyleCnt="0">
        <dgm:presLayoutVars>
          <dgm:dir/>
          <dgm:animOne val="branch"/>
          <dgm:animLvl val="lvl"/>
        </dgm:presLayoutVars>
      </dgm:prSet>
      <dgm:spPr/>
    </dgm:pt>
    <dgm:pt modelId="{EA50EC1D-00EC-4D19-AE84-0EF95120E350}" type="pres">
      <dgm:prSet presAssocID="{FF4DD088-BDF6-4975-A4BC-6C83C8A36D1B}" presName="thickLine" presStyleLbl="alignNode1" presStyleIdx="0" presStyleCnt="5"/>
      <dgm:spPr/>
    </dgm:pt>
    <dgm:pt modelId="{F12E3BFC-058C-4367-9D62-6FD4E948392D}" type="pres">
      <dgm:prSet presAssocID="{FF4DD088-BDF6-4975-A4BC-6C83C8A36D1B}" presName="horz1" presStyleCnt="0"/>
      <dgm:spPr/>
    </dgm:pt>
    <dgm:pt modelId="{763B04C5-49AF-4D57-A268-3B43374FB762}" type="pres">
      <dgm:prSet presAssocID="{FF4DD088-BDF6-4975-A4BC-6C83C8A36D1B}" presName="tx1" presStyleLbl="revTx" presStyleIdx="0" presStyleCnt="5"/>
      <dgm:spPr/>
    </dgm:pt>
    <dgm:pt modelId="{59AC361A-C946-4899-B838-50CEF511CC14}" type="pres">
      <dgm:prSet presAssocID="{FF4DD088-BDF6-4975-A4BC-6C83C8A36D1B}" presName="vert1" presStyleCnt="0"/>
      <dgm:spPr/>
    </dgm:pt>
    <dgm:pt modelId="{A42B46C2-F182-4F2B-A29D-9190892F9548}" type="pres">
      <dgm:prSet presAssocID="{FFE46F92-18C5-4CB4-B6FD-E1C0DCE85D69}" presName="thickLine" presStyleLbl="alignNode1" presStyleIdx="1" presStyleCnt="5"/>
      <dgm:spPr/>
    </dgm:pt>
    <dgm:pt modelId="{36332764-5D46-41D8-A69C-230E7B9A2401}" type="pres">
      <dgm:prSet presAssocID="{FFE46F92-18C5-4CB4-B6FD-E1C0DCE85D69}" presName="horz1" presStyleCnt="0"/>
      <dgm:spPr/>
    </dgm:pt>
    <dgm:pt modelId="{2FCAA66F-6EF0-46D4-B4F3-8D7BD7C821C7}" type="pres">
      <dgm:prSet presAssocID="{FFE46F92-18C5-4CB4-B6FD-E1C0DCE85D69}" presName="tx1" presStyleLbl="revTx" presStyleIdx="1" presStyleCnt="5"/>
      <dgm:spPr/>
    </dgm:pt>
    <dgm:pt modelId="{CDBD0D94-6188-4147-891F-1269213A5210}" type="pres">
      <dgm:prSet presAssocID="{FFE46F92-18C5-4CB4-B6FD-E1C0DCE85D69}" presName="vert1" presStyleCnt="0"/>
      <dgm:spPr/>
    </dgm:pt>
    <dgm:pt modelId="{2F8C421D-28C1-4089-AB2E-2B4D138DE292}" type="pres">
      <dgm:prSet presAssocID="{D6C7997D-EEE8-4626-8751-5BBA30E6BBB7}" presName="thickLine" presStyleLbl="alignNode1" presStyleIdx="2" presStyleCnt="5"/>
      <dgm:spPr/>
    </dgm:pt>
    <dgm:pt modelId="{DFA09E60-D927-4643-9C88-89923EFC0B10}" type="pres">
      <dgm:prSet presAssocID="{D6C7997D-EEE8-4626-8751-5BBA30E6BBB7}" presName="horz1" presStyleCnt="0"/>
      <dgm:spPr/>
    </dgm:pt>
    <dgm:pt modelId="{B7FDFBC5-7846-4905-90BB-363CAF585C59}" type="pres">
      <dgm:prSet presAssocID="{D6C7997D-EEE8-4626-8751-5BBA30E6BBB7}" presName="tx1" presStyleLbl="revTx" presStyleIdx="2" presStyleCnt="5"/>
      <dgm:spPr/>
    </dgm:pt>
    <dgm:pt modelId="{DEFF828D-2BD1-4212-A5B2-2E638D279634}" type="pres">
      <dgm:prSet presAssocID="{D6C7997D-EEE8-4626-8751-5BBA30E6BBB7}" presName="vert1" presStyleCnt="0"/>
      <dgm:spPr/>
    </dgm:pt>
    <dgm:pt modelId="{4C963753-7DBB-434E-8829-31A921074A75}" type="pres">
      <dgm:prSet presAssocID="{02A95FC0-53BD-4968-A17B-1ADF376DF502}" presName="thickLine" presStyleLbl="alignNode1" presStyleIdx="3" presStyleCnt="5"/>
      <dgm:spPr/>
    </dgm:pt>
    <dgm:pt modelId="{67768AB3-63F7-4790-83E8-9ACE115178AB}" type="pres">
      <dgm:prSet presAssocID="{02A95FC0-53BD-4968-A17B-1ADF376DF502}" presName="horz1" presStyleCnt="0"/>
      <dgm:spPr/>
    </dgm:pt>
    <dgm:pt modelId="{3A913BD1-8076-4E42-8445-596EBD21A321}" type="pres">
      <dgm:prSet presAssocID="{02A95FC0-53BD-4968-A17B-1ADF376DF502}" presName="tx1" presStyleLbl="revTx" presStyleIdx="3" presStyleCnt="5"/>
      <dgm:spPr/>
    </dgm:pt>
    <dgm:pt modelId="{B10A1479-769E-4194-88B4-264E306BFF76}" type="pres">
      <dgm:prSet presAssocID="{02A95FC0-53BD-4968-A17B-1ADF376DF502}" presName="vert1" presStyleCnt="0"/>
      <dgm:spPr/>
    </dgm:pt>
    <dgm:pt modelId="{A6801381-792B-46DD-8BD3-3793DE41AF6F}" type="pres">
      <dgm:prSet presAssocID="{2CAEBB99-EA72-472C-8865-F912AA3A2952}" presName="thickLine" presStyleLbl="alignNode1" presStyleIdx="4" presStyleCnt="5"/>
      <dgm:spPr/>
    </dgm:pt>
    <dgm:pt modelId="{BAEE52C4-53DE-4E42-BC1F-1D5E44B96E8B}" type="pres">
      <dgm:prSet presAssocID="{2CAEBB99-EA72-472C-8865-F912AA3A2952}" presName="horz1" presStyleCnt="0"/>
      <dgm:spPr/>
    </dgm:pt>
    <dgm:pt modelId="{722D3C15-5C06-4467-A308-A13819E156A4}" type="pres">
      <dgm:prSet presAssocID="{2CAEBB99-EA72-472C-8865-F912AA3A2952}" presName="tx1" presStyleLbl="revTx" presStyleIdx="4" presStyleCnt="5"/>
      <dgm:spPr/>
    </dgm:pt>
    <dgm:pt modelId="{E04F32E7-EEE3-4607-B2AA-0930E5B1C1B3}" type="pres">
      <dgm:prSet presAssocID="{2CAEBB99-EA72-472C-8865-F912AA3A2952}" presName="vert1" presStyleCnt="0"/>
      <dgm:spPr/>
    </dgm:pt>
  </dgm:ptLst>
  <dgm:cxnLst>
    <dgm:cxn modelId="{949AA701-F497-4481-A5B0-B9EB7976E746}" srcId="{199EC654-9337-47BE-AFDA-0A0C908B698D}" destId="{D6C7997D-EEE8-4626-8751-5BBA30E6BBB7}" srcOrd="2" destOrd="0" parTransId="{80479DEA-8A30-4CDB-B950-C5F215A0B486}" sibTransId="{EA1898D2-E5CD-40E9-A699-42E001659CF1}"/>
    <dgm:cxn modelId="{519E3621-5EA2-471C-BABB-55FB0449CDEB}" type="presOf" srcId="{02A95FC0-53BD-4968-A17B-1ADF376DF502}" destId="{3A913BD1-8076-4E42-8445-596EBD21A321}" srcOrd="0" destOrd="0" presId="urn:microsoft.com/office/officeart/2008/layout/LinedList"/>
    <dgm:cxn modelId="{85768122-495F-4823-B1D1-789B962E1697}" type="presOf" srcId="{199EC654-9337-47BE-AFDA-0A0C908B698D}" destId="{174F506D-7E4E-45EF-B48D-911B3312EB13}" srcOrd="0" destOrd="0" presId="urn:microsoft.com/office/officeart/2008/layout/LinedList"/>
    <dgm:cxn modelId="{1D93A034-E031-4B23-A11A-FE3DBEA664D3}" srcId="{199EC654-9337-47BE-AFDA-0A0C908B698D}" destId="{2CAEBB99-EA72-472C-8865-F912AA3A2952}" srcOrd="4" destOrd="0" parTransId="{3F91DEC6-28CC-49CE-BB83-EBC10C889EA9}" sibTransId="{99A5A4F1-C7DB-42EE-B310-461B58D5841C}"/>
    <dgm:cxn modelId="{24259C37-103A-44E3-BA07-5880C8E66052}" srcId="{199EC654-9337-47BE-AFDA-0A0C908B698D}" destId="{FF4DD088-BDF6-4975-A4BC-6C83C8A36D1B}" srcOrd="0" destOrd="0" parTransId="{A70D98C3-6E92-4719-998D-13F50E6DD598}" sibTransId="{32091512-FE5E-4278-874B-A2B31D199E23}"/>
    <dgm:cxn modelId="{C429D16E-C0D5-45C2-935A-11582AA8F4DB}" srcId="{199EC654-9337-47BE-AFDA-0A0C908B698D}" destId="{02A95FC0-53BD-4968-A17B-1ADF376DF502}" srcOrd="3" destOrd="0" parTransId="{7C50BDFD-29DB-4887-BEDC-4D1334AE8FD5}" sibTransId="{2AB19601-889B-49D8-91C3-EAD07EB93207}"/>
    <dgm:cxn modelId="{608C1F93-E358-477D-BF79-DE5EDCE305DC}" type="presOf" srcId="{D6C7997D-EEE8-4626-8751-5BBA30E6BBB7}" destId="{B7FDFBC5-7846-4905-90BB-363CAF585C59}" srcOrd="0" destOrd="0" presId="urn:microsoft.com/office/officeart/2008/layout/LinedList"/>
    <dgm:cxn modelId="{9407A9A8-1F90-43EA-A5CB-6528F53F73BD}" type="presOf" srcId="{FF4DD088-BDF6-4975-A4BC-6C83C8A36D1B}" destId="{763B04C5-49AF-4D57-A268-3B43374FB762}" srcOrd="0" destOrd="0" presId="urn:microsoft.com/office/officeart/2008/layout/LinedList"/>
    <dgm:cxn modelId="{7B52D0B9-AA3D-4D83-B9C3-C635A4E8F625}" srcId="{199EC654-9337-47BE-AFDA-0A0C908B698D}" destId="{FFE46F92-18C5-4CB4-B6FD-E1C0DCE85D69}" srcOrd="1" destOrd="0" parTransId="{10AA5FCD-D5D2-41DA-AF20-B666BD53533C}" sibTransId="{9B0B2F3F-627D-41BC-A93A-57045C7A1463}"/>
    <dgm:cxn modelId="{A5B2CAD0-7B09-4B99-B48D-F928AE6B0F6E}" type="presOf" srcId="{FFE46F92-18C5-4CB4-B6FD-E1C0DCE85D69}" destId="{2FCAA66F-6EF0-46D4-B4F3-8D7BD7C821C7}" srcOrd="0" destOrd="0" presId="urn:microsoft.com/office/officeart/2008/layout/LinedList"/>
    <dgm:cxn modelId="{C6540BF8-E749-4E23-9420-ED0672E7ECB4}" type="presOf" srcId="{2CAEBB99-EA72-472C-8865-F912AA3A2952}" destId="{722D3C15-5C06-4467-A308-A13819E156A4}" srcOrd="0" destOrd="0" presId="urn:microsoft.com/office/officeart/2008/layout/LinedList"/>
    <dgm:cxn modelId="{0BB1180A-FEFC-4FF6-893D-8069C0E355F3}" type="presParOf" srcId="{174F506D-7E4E-45EF-B48D-911B3312EB13}" destId="{EA50EC1D-00EC-4D19-AE84-0EF95120E350}" srcOrd="0" destOrd="0" presId="urn:microsoft.com/office/officeart/2008/layout/LinedList"/>
    <dgm:cxn modelId="{0DD8BA7B-67F7-4210-9264-7E32063274BD}" type="presParOf" srcId="{174F506D-7E4E-45EF-B48D-911B3312EB13}" destId="{F12E3BFC-058C-4367-9D62-6FD4E948392D}" srcOrd="1" destOrd="0" presId="urn:microsoft.com/office/officeart/2008/layout/LinedList"/>
    <dgm:cxn modelId="{FF1F9987-8FFA-4C46-A4CB-3692105CF52B}" type="presParOf" srcId="{F12E3BFC-058C-4367-9D62-6FD4E948392D}" destId="{763B04C5-49AF-4D57-A268-3B43374FB762}" srcOrd="0" destOrd="0" presId="urn:microsoft.com/office/officeart/2008/layout/LinedList"/>
    <dgm:cxn modelId="{649ED555-2299-4507-B1F1-2EB5C9C3D283}" type="presParOf" srcId="{F12E3BFC-058C-4367-9D62-6FD4E948392D}" destId="{59AC361A-C946-4899-B838-50CEF511CC14}" srcOrd="1" destOrd="0" presId="urn:microsoft.com/office/officeart/2008/layout/LinedList"/>
    <dgm:cxn modelId="{719B2195-2873-4E2E-92A2-85BB680F4E56}" type="presParOf" srcId="{174F506D-7E4E-45EF-B48D-911B3312EB13}" destId="{A42B46C2-F182-4F2B-A29D-9190892F9548}" srcOrd="2" destOrd="0" presId="urn:microsoft.com/office/officeart/2008/layout/LinedList"/>
    <dgm:cxn modelId="{6D513D86-26A7-463C-85BB-AD7CCED88888}" type="presParOf" srcId="{174F506D-7E4E-45EF-B48D-911B3312EB13}" destId="{36332764-5D46-41D8-A69C-230E7B9A2401}" srcOrd="3" destOrd="0" presId="urn:microsoft.com/office/officeart/2008/layout/LinedList"/>
    <dgm:cxn modelId="{7F7C177B-97EE-44AB-A842-BDBCF47BB89D}" type="presParOf" srcId="{36332764-5D46-41D8-A69C-230E7B9A2401}" destId="{2FCAA66F-6EF0-46D4-B4F3-8D7BD7C821C7}" srcOrd="0" destOrd="0" presId="urn:microsoft.com/office/officeart/2008/layout/LinedList"/>
    <dgm:cxn modelId="{64FA3564-0048-4F7A-BA9D-EECE5D9F6DF8}" type="presParOf" srcId="{36332764-5D46-41D8-A69C-230E7B9A2401}" destId="{CDBD0D94-6188-4147-891F-1269213A5210}" srcOrd="1" destOrd="0" presId="urn:microsoft.com/office/officeart/2008/layout/LinedList"/>
    <dgm:cxn modelId="{2D1A432F-93D9-47CC-84BB-DA7790344CDC}" type="presParOf" srcId="{174F506D-7E4E-45EF-B48D-911B3312EB13}" destId="{2F8C421D-28C1-4089-AB2E-2B4D138DE292}" srcOrd="4" destOrd="0" presId="urn:microsoft.com/office/officeart/2008/layout/LinedList"/>
    <dgm:cxn modelId="{B373B745-E41F-497E-84AF-8E3C2A2C25D7}" type="presParOf" srcId="{174F506D-7E4E-45EF-B48D-911B3312EB13}" destId="{DFA09E60-D927-4643-9C88-89923EFC0B10}" srcOrd="5" destOrd="0" presId="urn:microsoft.com/office/officeart/2008/layout/LinedList"/>
    <dgm:cxn modelId="{3CED53FB-D277-47F7-A5DF-928DCDD0C8B0}" type="presParOf" srcId="{DFA09E60-D927-4643-9C88-89923EFC0B10}" destId="{B7FDFBC5-7846-4905-90BB-363CAF585C59}" srcOrd="0" destOrd="0" presId="urn:microsoft.com/office/officeart/2008/layout/LinedList"/>
    <dgm:cxn modelId="{BAB18457-0263-4AFE-A62E-3C260CB0B50E}" type="presParOf" srcId="{DFA09E60-D927-4643-9C88-89923EFC0B10}" destId="{DEFF828D-2BD1-4212-A5B2-2E638D279634}" srcOrd="1" destOrd="0" presId="urn:microsoft.com/office/officeart/2008/layout/LinedList"/>
    <dgm:cxn modelId="{0CD89BBA-0B04-46DA-A9FC-A6B42F4C08BA}" type="presParOf" srcId="{174F506D-7E4E-45EF-B48D-911B3312EB13}" destId="{4C963753-7DBB-434E-8829-31A921074A75}" srcOrd="6" destOrd="0" presId="urn:microsoft.com/office/officeart/2008/layout/LinedList"/>
    <dgm:cxn modelId="{B03CA1F9-5CE3-42ED-AD75-2B3077AFF1A9}" type="presParOf" srcId="{174F506D-7E4E-45EF-B48D-911B3312EB13}" destId="{67768AB3-63F7-4790-83E8-9ACE115178AB}" srcOrd="7" destOrd="0" presId="urn:microsoft.com/office/officeart/2008/layout/LinedList"/>
    <dgm:cxn modelId="{BB131258-C7B0-4E32-A23B-27AA6F4C687E}" type="presParOf" srcId="{67768AB3-63F7-4790-83E8-9ACE115178AB}" destId="{3A913BD1-8076-4E42-8445-596EBD21A321}" srcOrd="0" destOrd="0" presId="urn:microsoft.com/office/officeart/2008/layout/LinedList"/>
    <dgm:cxn modelId="{63184988-4F38-4DD9-B01C-74017BCEDBE3}" type="presParOf" srcId="{67768AB3-63F7-4790-83E8-9ACE115178AB}" destId="{B10A1479-769E-4194-88B4-264E306BFF76}" srcOrd="1" destOrd="0" presId="urn:microsoft.com/office/officeart/2008/layout/LinedList"/>
    <dgm:cxn modelId="{5414FA1A-FEDD-4706-9E1E-79DE2100CA2F}" type="presParOf" srcId="{174F506D-7E4E-45EF-B48D-911B3312EB13}" destId="{A6801381-792B-46DD-8BD3-3793DE41AF6F}" srcOrd="8" destOrd="0" presId="urn:microsoft.com/office/officeart/2008/layout/LinedList"/>
    <dgm:cxn modelId="{104F339F-791B-4B8F-860E-39B9AEE7BFC8}" type="presParOf" srcId="{174F506D-7E4E-45EF-B48D-911B3312EB13}" destId="{BAEE52C4-53DE-4E42-BC1F-1D5E44B96E8B}" srcOrd="9" destOrd="0" presId="urn:microsoft.com/office/officeart/2008/layout/LinedList"/>
    <dgm:cxn modelId="{D7AB3D02-8384-4620-A3BB-369E1D935312}" type="presParOf" srcId="{BAEE52C4-53DE-4E42-BC1F-1D5E44B96E8B}" destId="{722D3C15-5C06-4467-A308-A13819E156A4}" srcOrd="0" destOrd="0" presId="urn:microsoft.com/office/officeart/2008/layout/LinedList"/>
    <dgm:cxn modelId="{A2423B29-6175-4147-9984-D8C308F03DE9}" type="presParOf" srcId="{BAEE52C4-53DE-4E42-BC1F-1D5E44B96E8B}" destId="{E04F32E7-EEE3-4607-B2AA-0930E5B1C1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6EDB29A-CDF3-4CBE-9681-EFEF7E61949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EA6A04-8163-4537-A319-9641065EEF4F}">
      <dgm:prSet/>
      <dgm:spPr/>
      <dgm:t>
        <a:bodyPr/>
        <a:lstStyle/>
        <a:p>
          <a:r>
            <a:rPr lang="en-US"/>
            <a:t>Digital solution for hostel administration</a:t>
          </a:r>
        </a:p>
      </dgm:t>
    </dgm:pt>
    <dgm:pt modelId="{19CF6374-AFE2-4DC2-8E2F-9BC935959A9C}" type="parTrans" cxnId="{EF62DB86-79FC-4F35-A23B-447F45F820EA}">
      <dgm:prSet/>
      <dgm:spPr/>
      <dgm:t>
        <a:bodyPr/>
        <a:lstStyle/>
        <a:p>
          <a:endParaRPr lang="en-US"/>
        </a:p>
      </dgm:t>
    </dgm:pt>
    <dgm:pt modelId="{D0E03AC2-81B6-45EB-8AD8-8D3D24AFADD7}" type="sibTrans" cxnId="{EF62DB86-79FC-4F35-A23B-447F45F820EA}">
      <dgm:prSet/>
      <dgm:spPr/>
      <dgm:t>
        <a:bodyPr/>
        <a:lstStyle/>
        <a:p>
          <a:endParaRPr lang="en-US"/>
        </a:p>
      </dgm:t>
    </dgm:pt>
    <dgm:pt modelId="{6D6222CD-CCD0-4101-B903-D3B786EA340B}">
      <dgm:prSet/>
      <dgm:spPr/>
      <dgm:t>
        <a:bodyPr/>
        <a:lstStyle/>
        <a:p>
          <a:r>
            <a:rPr lang="en-US"/>
            <a:t>Improves speed and transparency</a:t>
          </a:r>
        </a:p>
      </dgm:t>
    </dgm:pt>
    <dgm:pt modelId="{BA43EA8D-A1A4-4FD0-A60E-260BF3DA4A34}" type="parTrans" cxnId="{3DD02BDF-13D2-4448-80B5-5990416CBB2F}">
      <dgm:prSet/>
      <dgm:spPr/>
      <dgm:t>
        <a:bodyPr/>
        <a:lstStyle/>
        <a:p>
          <a:endParaRPr lang="en-US"/>
        </a:p>
      </dgm:t>
    </dgm:pt>
    <dgm:pt modelId="{F5B788C7-84CF-4832-96B6-21240C78DBEF}" type="sibTrans" cxnId="{3DD02BDF-13D2-4448-80B5-5990416CBB2F}">
      <dgm:prSet/>
      <dgm:spPr/>
      <dgm:t>
        <a:bodyPr/>
        <a:lstStyle/>
        <a:p>
          <a:endParaRPr lang="en-US"/>
        </a:p>
      </dgm:t>
    </dgm:pt>
    <dgm:pt modelId="{3ACA1FC4-8837-410A-B00E-BA5873B3936F}">
      <dgm:prSet/>
      <dgm:spPr/>
      <dgm:t>
        <a:bodyPr/>
        <a:lstStyle/>
        <a:p>
          <a:r>
            <a:rPr lang="en-US"/>
            <a:t>Demonstrates full-stack engineering</a:t>
          </a:r>
        </a:p>
      </dgm:t>
    </dgm:pt>
    <dgm:pt modelId="{5294E6A4-AEA9-4185-A3B7-387C73EDA7A4}" type="parTrans" cxnId="{F6E0EDB7-ECAF-4718-99B7-84E84A5197D0}">
      <dgm:prSet/>
      <dgm:spPr/>
      <dgm:t>
        <a:bodyPr/>
        <a:lstStyle/>
        <a:p>
          <a:endParaRPr lang="en-US"/>
        </a:p>
      </dgm:t>
    </dgm:pt>
    <dgm:pt modelId="{D31EAAE8-1D58-41CE-BA02-B4D221C23617}" type="sibTrans" cxnId="{F6E0EDB7-ECAF-4718-99B7-84E84A5197D0}">
      <dgm:prSet/>
      <dgm:spPr/>
      <dgm:t>
        <a:bodyPr/>
        <a:lstStyle/>
        <a:p>
          <a:endParaRPr lang="en-US"/>
        </a:p>
      </dgm:t>
    </dgm:pt>
    <dgm:pt modelId="{37A85A2B-DCBF-49FF-A576-2D038F2D448C}">
      <dgm:prSet/>
      <dgm:spPr/>
      <dgm:t>
        <a:bodyPr/>
        <a:lstStyle/>
        <a:p>
          <a:r>
            <a:rPr lang="en-US"/>
            <a:t>Future scope: PDF invoices, SMS/email, analytics</a:t>
          </a:r>
        </a:p>
      </dgm:t>
    </dgm:pt>
    <dgm:pt modelId="{AA53CE0D-C025-4874-AE81-CFA245B9C89E}" type="parTrans" cxnId="{64E0B383-023B-4C8C-85A5-58AA3E0A6FA2}">
      <dgm:prSet/>
      <dgm:spPr/>
      <dgm:t>
        <a:bodyPr/>
        <a:lstStyle/>
        <a:p>
          <a:endParaRPr lang="en-US"/>
        </a:p>
      </dgm:t>
    </dgm:pt>
    <dgm:pt modelId="{46CC1787-4C5F-406F-A152-2EA5D709A2F3}" type="sibTrans" cxnId="{64E0B383-023B-4C8C-85A5-58AA3E0A6FA2}">
      <dgm:prSet/>
      <dgm:spPr/>
      <dgm:t>
        <a:bodyPr/>
        <a:lstStyle/>
        <a:p>
          <a:endParaRPr lang="en-US"/>
        </a:p>
      </dgm:t>
    </dgm:pt>
    <dgm:pt modelId="{E76CEC06-A363-4173-B2FF-40ACCAAFA596}" type="pres">
      <dgm:prSet presAssocID="{E6EDB29A-CDF3-4CBE-9681-EFEF7E61949F}" presName="vert0" presStyleCnt="0">
        <dgm:presLayoutVars>
          <dgm:dir/>
          <dgm:animOne val="branch"/>
          <dgm:animLvl val="lvl"/>
        </dgm:presLayoutVars>
      </dgm:prSet>
      <dgm:spPr/>
    </dgm:pt>
    <dgm:pt modelId="{316919CE-8B26-4FEB-AEAC-9D3C7912CD33}" type="pres">
      <dgm:prSet presAssocID="{B5EA6A04-8163-4537-A319-9641065EEF4F}" presName="thickLine" presStyleLbl="alignNode1" presStyleIdx="0" presStyleCnt="4"/>
      <dgm:spPr/>
    </dgm:pt>
    <dgm:pt modelId="{1E108237-8BC5-4F05-BDBB-30122BA69F4B}" type="pres">
      <dgm:prSet presAssocID="{B5EA6A04-8163-4537-A319-9641065EEF4F}" presName="horz1" presStyleCnt="0"/>
      <dgm:spPr/>
    </dgm:pt>
    <dgm:pt modelId="{B595CF4E-26A2-4B37-88B7-D351C0FCC18B}" type="pres">
      <dgm:prSet presAssocID="{B5EA6A04-8163-4537-A319-9641065EEF4F}" presName="tx1" presStyleLbl="revTx" presStyleIdx="0" presStyleCnt="4"/>
      <dgm:spPr/>
    </dgm:pt>
    <dgm:pt modelId="{DC82EC43-9A15-4B47-B4DC-3AB05864CB97}" type="pres">
      <dgm:prSet presAssocID="{B5EA6A04-8163-4537-A319-9641065EEF4F}" presName="vert1" presStyleCnt="0"/>
      <dgm:spPr/>
    </dgm:pt>
    <dgm:pt modelId="{5270C0CB-B7BB-4BE7-B2E4-6E500729B952}" type="pres">
      <dgm:prSet presAssocID="{6D6222CD-CCD0-4101-B903-D3B786EA340B}" presName="thickLine" presStyleLbl="alignNode1" presStyleIdx="1" presStyleCnt="4"/>
      <dgm:spPr/>
    </dgm:pt>
    <dgm:pt modelId="{8F52F93E-CF4C-4E35-87AA-765A0CB353EC}" type="pres">
      <dgm:prSet presAssocID="{6D6222CD-CCD0-4101-B903-D3B786EA340B}" presName="horz1" presStyleCnt="0"/>
      <dgm:spPr/>
    </dgm:pt>
    <dgm:pt modelId="{98807AE1-5B0D-4026-B532-F79FDE232DC2}" type="pres">
      <dgm:prSet presAssocID="{6D6222CD-CCD0-4101-B903-D3B786EA340B}" presName="tx1" presStyleLbl="revTx" presStyleIdx="1" presStyleCnt="4"/>
      <dgm:spPr/>
    </dgm:pt>
    <dgm:pt modelId="{87050566-4F6D-4F76-B89F-2B8965E3807E}" type="pres">
      <dgm:prSet presAssocID="{6D6222CD-CCD0-4101-B903-D3B786EA340B}" presName="vert1" presStyleCnt="0"/>
      <dgm:spPr/>
    </dgm:pt>
    <dgm:pt modelId="{5E6509F6-C4E6-490B-A346-571CCFF854D5}" type="pres">
      <dgm:prSet presAssocID="{3ACA1FC4-8837-410A-B00E-BA5873B3936F}" presName="thickLine" presStyleLbl="alignNode1" presStyleIdx="2" presStyleCnt="4"/>
      <dgm:spPr/>
    </dgm:pt>
    <dgm:pt modelId="{E0FDAF3E-1C0F-4CF2-864A-F3F96489D513}" type="pres">
      <dgm:prSet presAssocID="{3ACA1FC4-8837-410A-B00E-BA5873B3936F}" presName="horz1" presStyleCnt="0"/>
      <dgm:spPr/>
    </dgm:pt>
    <dgm:pt modelId="{BFC74507-6F86-4931-9F9C-72E3F991C864}" type="pres">
      <dgm:prSet presAssocID="{3ACA1FC4-8837-410A-B00E-BA5873B3936F}" presName="tx1" presStyleLbl="revTx" presStyleIdx="2" presStyleCnt="4"/>
      <dgm:spPr/>
    </dgm:pt>
    <dgm:pt modelId="{0271D9C5-CADA-470B-BCD7-4D4BE87994DB}" type="pres">
      <dgm:prSet presAssocID="{3ACA1FC4-8837-410A-B00E-BA5873B3936F}" presName="vert1" presStyleCnt="0"/>
      <dgm:spPr/>
    </dgm:pt>
    <dgm:pt modelId="{437B5796-7A57-41B2-9167-FE881473E805}" type="pres">
      <dgm:prSet presAssocID="{37A85A2B-DCBF-49FF-A576-2D038F2D448C}" presName="thickLine" presStyleLbl="alignNode1" presStyleIdx="3" presStyleCnt="4"/>
      <dgm:spPr/>
    </dgm:pt>
    <dgm:pt modelId="{CE5F18CA-5BD7-4B60-BB20-A87E9A3E2E30}" type="pres">
      <dgm:prSet presAssocID="{37A85A2B-DCBF-49FF-A576-2D038F2D448C}" presName="horz1" presStyleCnt="0"/>
      <dgm:spPr/>
    </dgm:pt>
    <dgm:pt modelId="{302AFCDF-E22C-457A-B57F-80BE497A6FDB}" type="pres">
      <dgm:prSet presAssocID="{37A85A2B-DCBF-49FF-A576-2D038F2D448C}" presName="tx1" presStyleLbl="revTx" presStyleIdx="3" presStyleCnt="4"/>
      <dgm:spPr/>
    </dgm:pt>
    <dgm:pt modelId="{9A50BD64-2DBF-4015-B8B3-10F9AAA077A0}" type="pres">
      <dgm:prSet presAssocID="{37A85A2B-DCBF-49FF-A576-2D038F2D448C}" presName="vert1" presStyleCnt="0"/>
      <dgm:spPr/>
    </dgm:pt>
  </dgm:ptLst>
  <dgm:cxnLst>
    <dgm:cxn modelId="{FCECDB1A-1B96-4C6D-A4A9-19534F651F6B}" type="presOf" srcId="{B5EA6A04-8163-4537-A319-9641065EEF4F}" destId="{B595CF4E-26A2-4B37-88B7-D351C0FCC18B}" srcOrd="0" destOrd="0" presId="urn:microsoft.com/office/officeart/2008/layout/LinedList"/>
    <dgm:cxn modelId="{64E0B383-023B-4C8C-85A5-58AA3E0A6FA2}" srcId="{E6EDB29A-CDF3-4CBE-9681-EFEF7E61949F}" destId="{37A85A2B-DCBF-49FF-A576-2D038F2D448C}" srcOrd="3" destOrd="0" parTransId="{AA53CE0D-C025-4874-AE81-CFA245B9C89E}" sibTransId="{46CC1787-4C5F-406F-A152-2EA5D709A2F3}"/>
    <dgm:cxn modelId="{EF62DB86-79FC-4F35-A23B-447F45F820EA}" srcId="{E6EDB29A-CDF3-4CBE-9681-EFEF7E61949F}" destId="{B5EA6A04-8163-4537-A319-9641065EEF4F}" srcOrd="0" destOrd="0" parTransId="{19CF6374-AFE2-4DC2-8E2F-9BC935959A9C}" sibTransId="{D0E03AC2-81B6-45EB-8AD8-8D3D24AFADD7}"/>
    <dgm:cxn modelId="{F6E0EDB7-ECAF-4718-99B7-84E84A5197D0}" srcId="{E6EDB29A-CDF3-4CBE-9681-EFEF7E61949F}" destId="{3ACA1FC4-8837-410A-B00E-BA5873B3936F}" srcOrd="2" destOrd="0" parTransId="{5294E6A4-AEA9-4185-A3B7-387C73EDA7A4}" sibTransId="{D31EAAE8-1D58-41CE-BA02-B4D221C23617}"/>
    <dgm:cxn modelId="{2EAB48C1-A39B-43F8-8A84-FF98E69423F9}" type="presOf" srcId="{E6EDB29A-CDF3-4CBE-9681-EFEF7E61949F}" destId="{E76CEC06-A363-4173-B2FF-40ACCAAFA596}" srcOrd="0" destOrd="0" presId="urn:microsoft.com/office/officeart/2008/layout/LinedList"/>
    <dgm:cxn modelId="{871F91C2-83D9-46B1-A615-B80C97590A69}" type="presOf" srcId="{37A85A2B-DCBF-49FF-A576-2D038F2D448C}" destId="{302AFCDF-E22C-457A-B57F-80BE497A6FDB}" srcOrd="0" destOrd="0" presId="urn:microsoft.com/office/officeart/2008/layout/LinedList"/>
    <dgm:cxn modelId="{DAB4A6C9-68B2-4658-BFEA-9F8CCAAD287A}" type="presOf" srcId="{3ACA1FC4-8837-410A-B00E-BA5873B3936F}" destId="{BFC74507-6F86-4931-9F9C-72E3F991C864}" srcOrd="0" destOrd="0" presId="urn:microsoft.com/office/officeart/2008/layout/LinedList"/>
    <dgm:cxn modelId="{5DA2DFDD-76B5-4CC7-AA2C-24DC9C97EAFB}" type="presOf" srcId="{6D6222CD-CCD0-4101-B903-D3B786EA340B}" destId="{98807AE1-5B0D-4026-B532-F79FDE232DC2}" srcOrd="0" destOrd="0" presId="urn:microsoft.com/office/officeart/2008/layout/LinedList"/>
    <dgm:cxn modelId="{3DD02BDF-13D2-4448-80B5-5990416CBB2F}" srcId="{E6EDB29A-CDF3-4CBE-9681-EFEF7E61949F}" destId="{6D6222CD-CCD0-4101-B903-D3B786EA340B}" srcOrd="1" destOrd="0" parTransId="{BA43EA8D-A1A4-4FD0-A60E-260BF3DA4A34}" sibTransId="{F5B788C7-84CF-4832-96B6-21240C78DBEF}"/>
    <dgm:cxn modelId="{075299AF-3D3A-44A3-BBCC-CC8220CA0792}" type="presParOf" srcId="{E76CEC06-A363-4173-B2FF-40ACCAAFA596}" destId="{316919CE-8B26-4FEB-AEAC-9D3C7912CD33}" srcOrd="0" destOrd="0" presId="urn:microsoft.com/office/officeart/2008/layout/LinedList"/>
    <dgm:cxn modelId="{7CC8E93E-8750-4E20-B4FC-60B48A636AFB}" type="presParOf" srcId="{E76CEC06-A363-4173-B2FF-40ACCAAFA596}" destId="{1E108237-8BC5-4F05-BDBB-30122BA69F4B}" srcOrd="1" destOrd="0" presId="urn:microsoft.com/office/officeart/2008/layout/LinedList"/>
    <dgm:cxn modelId="{D7E80184-8B83-4ADC-9993-954BFC1FF44E}" type="presParOf" srcId="{1E108237-8BC5-4F05-BDBB-30122BA69F4B}" destId="{B595CF4E-26A2-4B37-88B7-D351C0FCC18B}" srcOrd="0" destOrd="0" presId="urn:microsoft.com/office/officeart/2008/layout/LinedList"/>
    <dgm:cxn modelId="{19476EF4-DC6E-4942-A37C-7DCE2805884D}" type="presParOf" srcId="{1E108237-8BC5-4F05-BDBB-30122BA69F4B}" destId="{DC82EC43-9A15-4B47-B4DC-3AB05864CB97}" srcOrd="1" destOrd="0" presId="urn:microsoft.com/office/officeart/2008/layout/LinedList"/>
    <dgm:cxn modelId="{4DD326C0-2D22-45E3-A28B-3C1E979694D0}" type="presParOf" srcId="{E76CEC06-A363-4173-B2FF-40ACCAAFA596}" destId="{5270C0CB-B7BB-4BE7-B2E4-6E500729B952}" srcOrd="2" destOrd="0" presId="urn:microsoft.com/office/officeart/2008/layout/LinedList"/>
    <dgm:cxn modelId="{EFDDE5D0-D3D2-41AD-9CED-EB3E827374EC}" type="presParOf" srcId="{E76CEC06-A363-4173-B2FF-40ACCAAFA596}" destId="{8F52F93E-CF4C-4E35-87AA-765A0CB353EC}" srcOrd="3" destOrd="0" presId="urn:microsoft.com/office/officeart/2008/layout/LinedList"/>
    <dgm:cxn modelId="{381D5EEC-6B36-42B7-8A74-6A49CD6F7B89}" type="presParOf" srcId="{8F52F93E-CF4C-4E35-87AA-765A0CB353EC}" destId="{98807AE1-5B0D-4026-B532-F79FDE232DC2}" srcOrd="0" destOrd="0" presId="urn:microsoft.com/office/officeart/2008/layout/LinedList"/>
    <dgm:cxn modelId="{D1C6BA6D-8945-422C-9282-264CB4AD217B}" type="presParOf" srcId="{8F52F93E-CF4C-4E35-87AA-765A0CB353EC}" destId="{87050566-4F6D-4F76-B89F-2B8965E3807E}" srcOrd="1" destOrd="0" presId="urn:microsoft.com/office/officeart/2008/layout/LinedList"/>
    <dgm:cxn modelId="{A04405AB-5F6E-458A-B96B-1E821B5AF1E7}" type="presParOf" srcId="{E76CEC06-A363-4173-B2FF-40ACCAAFA596}" destId="{5E6509F6-C4E6-490B-A346-571CCFF854D5}" srcOrd="4" destOrd="0" presId="urn:microsoft.com/office/officeart/2008/layout/LinedList"/>
    <dgm:cxn modelId="{522E5DFA-6C1F-463F-97B0-6F35F4510FA6}" type="presParOf" srcId="{E76CEC06-A363-4173-B2FF-40ACCAAFA596}" destId="{E0FDAF3E-1C0F-4CF2-864A-F3F96489D513}" srcOrd="5" destOrd="0" presId="urn:microsoft.com/office/officeart/2008/layout/LinedList"/>
    <dgm:cxn modelId="{E0282EF2-88FE-4A63-9B62-C2ED340E0D59}" type="presParOf" srcId="{E0FDAF3E-1C0F-4CF2-864A-F3F96489D513}" destId="{BFC74507-6F86-4931-9F9C-72E3F991C864}" srcOrd="0" destOrd="0" presId="urn:microsoft.com/office/officeart/2008/layout/LinedList"/>
    <dgm:cxn modelId="{18DC7CDA-D7F9-4C1C-A9C0-78F96EB5771F}" type="presParOf" srcId="{E0FDAF3E-1C0F-4CF2-864A-F3F96489D513}" destId="{0271D9C5-CADA-470B-BCD7-4D4BE87994DB}" srcOrd="1" destOrd="0" presId="urn:microsoft.com/office/officeart/2008/layout/LinedList"/>
    <dgm:cxn modelId="{EDF09A63-BA38-43A3-AF98-C55445C14285}" type="presParOf" srcId="{E76CEC06-A363-4173-B2FF-40ACCAAFA596}" destId="{437B5796-7A57-41B2-9167-FE881473E805}" srcOrd="6" destOrd="0" presId="urn:microsoft.com/office/officeart/2008/layout/LinedList"/>
    <dgm:cxn modelId="{26B4AB69-97B9-4CBD-B319-E32FCC15FB63}" type="presParOf" srcId="{E76CEC06-A363-4173-B2FF-40ACCAAFA596}" destId="{CE5F18CA-5BD7-4B60-BB20-A87E9A3E2E30}" srcOrd="7" destOrd="0" presId="urn:microsoft.com/office/officeart/2008/layout/LinedList"/>
    <dgm:cxn modelId="{4420773B-EB10-4725-9DDC-27785E1D4A1A}" type="presParOf" srcId="{CE5F18CA-5BD7-4B60-BB20-A87E9A3E2E30}" destId="{302AFCDF-E22C-457A-B57F-80BE497A6FDB}" srcOrd="0" destOrd="0" presId="urn:microsoft.com/office/officeart/2008/layout/LinedList"/>
    <dgm:cxn modelId="{4DA35CEE-4E7C-450A-8173-EA4128B0BF1C}" type="presParOf" srcId="{CE5F18CA-5BD7-4B60-BB20-A87E9A3E2E30}" destId="{9A50BD64-2DBF-4015-B8B3-10F9AAA077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534FD-A673-4687-A799-857BFAE50380}">
      <dsp:nvSpPr>
        <dsp:cNvPr id="0" name=""/>
        <dsp:cNvSpPr/>
      </dsp:nvSpPr>
      <dsp:spPr>
        <a:xfrm>
          <a:off x="767370" y="248469"/>
          <a:ext cx="942374" cy="9423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3EEE1-916C-4F44-94B9-D6C641F4CA57}">
      <dsp:nvSpPr>
        <dsp:cNvPr id="0" name=""/>
        <dsp:cNvSpPr/>
      </dsp:nvSpPr>
      <dsp:spPr>
        <a:xfrm>
          <a:off x="191475" y="1487109"/>
          <a:ext cx="209416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MERN stack college project</a:t>
          </a:r>
        </a:p>
      </dsp:txBody>
      <dsp:txXfrm>
        <a:off x="191475" y="1487109"/>
        <a:ext cx="2094165" cy="720000"/>
      </dsp:txXfrm>
    </dsp:sp>
    <dsp:sp modelId="{DC9831D4-C485-42D7-82E6-83F32FC1D523}">
      <dsp:nvSpPr>
        <dsp:cNvPr id="0" name=""/>
        <dsp:cNvSpPr/>
      </dsp:nvSpPr>
      <dsp:spPr>
        <a:xfrm>
          <a:off x="3228014" y="248469"/>
          <a:ext cx="942374" cy="9423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520BF-D08C-49CE-A89E-6613081E662D}">
      <dsp:nvSpPr>
        <dsp:cNvPr id="0" name=""/>
        <dsp:cNvSpPr/>
      </dsp:nvSpPr>
      <dsp:spPr>
        <a:xfrm>
          <a:off x="2652119" y="1487109"/>
          <a:ext cx="209416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Role-based dashboards for admin, staff, and resident</a:t>
          </a:r>
        </a:p>
      </dsp:txBody>
      <dsp:txXfrm>
        <a:off x="2652119" y="1487109"/>
        <a:ext cx="2094165" cy="720000"/>
      </dsp:txXfrm>
    </dsp:sp>
    <dsp:sp modelId="{96D19F95-7782-4849-B67F-43FF6827EFA6}">
      <dsp:nvSpPr>
        <dsp:cNvPr id="0" name=""/>
        <dsp:cNvSpPr/>
      </dsp:nvSpPr>
      <dsp:spPr>
        <a:xfrm>
          <a:off x="767370" y="2730650"/>
          <a:ext cx="942374" cy="9423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75C39-6DBB-42EE-BD18-E82D58217BE6}">
      <dsp:nvSpPr>
        <dsp:cNvPr id="0" name=""/>
        <dsp:cNvSpPr/>
      </dsp:nvSpPr>
      <dsp:spPr>
        <a:xfrm>
          <a:off x="191475" y="3969290"/>
          <a:ext cx="209416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PhonePe UAT payment integration</a:t>
          </a:r>
        </a:p>
      </dsp:txBody>
      <dsp:txXfrm>
        <a:off x="191475" y="3969290"/>
        <a:ext cx="2094165" cy="720000"/>
      </dsp:txXfrm>
    </dsp:sp>
    <dsp:sp modelId="{BF3F4CD5-EF16-430A-B50C-7DEF8C1CF322}">
      <dsp:nvSpPr>
        <dsp:cNvPr id="0" name=""/>
        <dsp:cNvSpPr/>
      </dsp:nvSpPr>
      <dsp:spPr>
        <a:xfrm>
          <a:off x="3228014" y="2730650"/>
          <a:ext cx="942374" cy="9423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3C317-F925-42ED-998D-38C1D0015C36}">
      <dsp:nvSpPr>
        <dsp:cNvPr id="0" name=""/>
        <dsp:cNvSpPr/>
      </dsp:nvSpPr>
      <dsp:spPr>
        <a:xfrm>
          <a:off x="2652119" y="3969290"/>
          <a:ext cx="209416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Cloud deployment ready</a:t>
          </a:r>
        </a:p>
      </dsp:txBody>
      <dsp:txXfrm>
        <a:off x="2652119" y="3969290"/>
        <a:ext cx="209416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1AAE9-73F3-4ABD-B81C-81832532977F}">
      <dsp:nvSpPr>
        <dsp:cNvPr id="0" name=""/>
        <dsp:cNvSpPr/>
      </dsp:nvSpPr>
      <dsp:spPr>
        <a:xfrm>
          <a:off x="0" y="22679"/>
          <a:ext cx="4937760" cy="1158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Manual records are slow and difficult to audit</a:t>
          </a:r>
        </a:p>
      </dsp:txBody>
      <dsp:txXfrm>
        <a:off x="56543" y="79222"/>
        <a:ext cx="4824674" cy="1045213"/>
      </dsp:txXfrm>
    </dsp:sp>
    <dsp:sp modelId="{F466BF7B-D871-4F8C-9005-EC3B441CD1D3}">
      <dsp:nvSpPr>
        <dsp:cNvPr id="0" name=""/>
        <dsp:cNvSpPr/>
      </dsp:nvSpPr>
      <dsp:spPr>
        <a:xfrm>
          <a:off x="0" y="1267379"/>
          <a:ext cx="4937760" cy="1158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Room allocation and billing need transparency</a:t>
          </a:r>
        </a:p>
      </dsp:txBody>
      <dsp:txXfrm>
        <a:off x="56543" y="1323922"/>
        <a:ext cx="4824674" cy="1045213"/>
      </dsp:txXfrm>
    </dsp:sp>
    <dsp:sp modelId="{C66F4AE5-2B19-4677-9EE3-C8351B9123F5}">
      <dsp:nvSpPr>
        <dsp:cNvPr id="0" name=""/>
        <dsp:cNvSpPr/>
      </dsp:nvSpPr>
      <dsp:spPr>
        <a:xfrm>
          <a:off x="0" y="2512080"/>
          <a:ext cx="4937760" cy="1158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Maintenance complaints need status tracking</a:t>
          </a:r>
        </a:p>
      </dsp:txBody>
      <dsp:txXfrm>
        <a:off x="56543" y="2568623"/>
        <a:ext cx="4824674" cy="1045213"/>
      </dsp:txXfrm>
    </dsp:sp>
    <dsp:sp modelId="{1A46F6A6-5C2E-47BF-8AAA-F517877E2ADC}">
      <dsp:nvSpPr>
        <dsp:cNvPr id="0" name=""/>
        <dsp:cNvSpPr/>
      </dsp:nvSpPr>
      <dsp:spPr>
        <a:xfrm>
          <a:off x="0" y="3756780"/>
          <a:ext cx="4937760" cy="1158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Residents need self-service access</a:t>
          </a:r>
        </a:p>
      </dsp:txBody>
      <dsp:txXfrm>
        <a:off x="56543" y="3813323"/>
        <a:ext cx="4824674" cy="10452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7CCCD-44BE-4A71-94D0-CBD482D2870C}">
      <dsp:nvSpPr>
        <dsp:cNvPr id="0" name=""/>
        <dsp:cNvSpPr/>
      </dsp:nvSpPr>
      <dsp:spPr>
        <a:xfrm>
          <a:off x="3079829" y="109944"/>
          <a:ext cx="1747986" cy="1747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Centralized hostel management platform</a:t>
          </a:r>
        </a:p>
      </dsp:txBody>
      <dsp:txXfrm>
        <a:off x="3079829" y="109944"/>
        <a:ext cx="1747986" cy="1747986"/>
      </dsp:txXfrm>
    </dsp:sp>
    <dsp:sp modelId="{D4D7482C-6FC5-4564-A8BC-92F8780A47C5}">
      <dsp:nvSpPr>
        <dsp:cNvPr id="0" name=""/>
        <dsp:cNvSpPr/>
      </dsp:nvSpPr>
      <dsp:spPr>
        <a:xfrm>
          <a:off x="-408" y="-408"/>
          <a:ext cx="4938576" cy="4938576"/>
        </a:xfrm>
        <a:prstGeom prst="circularArrow">
          <a:avLst>
            <a:gd name="adj1" fmla="val 6902"/>
            <a:gd name="adj2" fmla="val 465342"/>
            <a:gd name="adj3" fmla="val 549458"/>
            <a:gd name="adj4" fmla="val 205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1C0BA-0B05-4ABC-BCA3-DC0A61613627}">
      <dsp:nvSpPr>
        <dsp:cNvPr id="0" name=""/>
        <dsp:cNvSpPr/>
      </dsp:nvSpPr>
      <dsp:spPr>
        <a:xfrm>
          <a:off x="3079829" y="3079829"/>
          <a:ext cx="1747986" cy="1747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Secure login and role-based access</a:t>
          </a:r>
        </a:p>
      </dsp:txBody>
      <dsp:txXfrm>
        <a:off x="3079829" y="3079829"/>
        <a:ext cx="1747986" cy="1747986"/>
      </dsp:txXfrm>
    </dsp:sp>
    <dsp:sp modelId="{98F75103-1D8A-4650-8D92-565547BD67F4}">
      <dsp:nvSpPr>
        <dsp:cNvPr id="0" name=""/>
        <dsp:cNvSpPr/>
      </dsp:nvSpPr>
      <dsp:spPr>
        <a:xfrm>
          <a:off x="-408" y="-408"/>
          <a:ext cx="4938576" cy="4938576"/>
        </a:xfrm>
        <a:prstGeom prst="circularArrow">
          <a:avLst>
            <a:gd name="adj1" fmla="val 6902"/>
            <a:gd name="adj2" fmla="val 465342"/>
            <a:gd name="adj3" fmla="val 5949458"/>
            <a:gd name="adj4" fmla="val 43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3FC59-100F-4E9A-8630-834D7AB84FDD}">
      <dsp:nvSpPr>
        <dsp:cNvPr id="0" name=""/>
        <dsp:cNvSpPr/>
      </dsp:nvSpPr>
      <dsp:spPr>
        <a:xfrm>
          <a:off x="109944" y="3079829"/>
          <a:ext cx="1747986" cy="1747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Digital rooms, bills, maintenance, and notifications</a:t>
          </a:r>
        </a:p>
      </dsp:txBody>
      <dsp:txXfrm>
        <a:off x="109944" y="3079829"/>
        <a:ext cx="1747986" cy="1747986"/>
      </dsp:txXfrm>
    </dsp:sp>
    <dsp:sp modelId="{6A7925B8-C5AF-423E-9EDD-0F95865DC2D3}">
      <dsp:nvSpPr>
        <dsp:cNvPr id="0" name=""/>
        <dsp:cNvSpPr/>
      </dsp:nvSpPr>
      <dsp:spPr>
        <a:xfrm>
          <a:off x="-408" y="-408"/>
          <a:ext cx="4938576" cy="4938576"/>
        </a:xfrm>
        <a:prstGeom prst="circularArrow">
          <a:avLst>
            <a:gd name="adj1" fmla="val 6902"/>
            <a:gd name="adj2" fmla="val 465342"/>
            <a:gd name="adj3" fmla="val 11349458"/>
            <a:gd name="adj4" fmla="val 97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5CD32-5B83-4875-9DA5-7BFC12D9722A}">
      <dsp:nvSpPr>
        <dsp:cNvPr id="0" name=""/>
        <dsp:cNvSpPr/>
      </dsp:nvSpPr>
      <dsp:spPr>
        <a:xfrm>
          <a:off x="109944" y="109944"/>
          <a:ext cx="1747986" cy="1747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Responsive frontend and REST backend</a:t>
          </a:r>
        </a:p>
      </dsp:txBody>
      <dsp:txXfrm>
        <a:off x="109944" y="109944"/>
        <a:ext cx="1747986" cy="1747986"/>
      </dsp:txXfrm>
    </dsp:sp>
    <dsp:sp modelId="{59078AC4-FE59-4638-B679-571593577339}">
      <dsp:nvSpPr>
        <dsp:cNvPr id="0" name=""/>
        <dsp:cNvSpPr/>
      </dsp:nvSpPr>
      <dsp:spPr>
        <a:xfrm>
          <a:off x="-408" y="-408"/>
          <a:ext cx="4938576" cy="4938576"/>
        </a:xfrm>
        <a:prstGeom prst="circularArrow">
          <a:avLst>
            <a:gd name="adj1" fmla="val 6902"/>
            <a:gd name="adj2" fmla="val 465342"/>
            <a:gd name="adj3" fmla="val 16749458"/>
            <a:gd name="adj4" fmla="val 151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EB26E-B11F-4079-87DE-4B29102BF5DC}">
      <dsp:nvSpPr>
        <dsp:cNvPr id="0" name=""/>
        <dsp:cNvSpPr/>
      </dsp:nvSpPr>
      <dsp:spPr>
        <a:xfrm>
          <a:off x="0" y="602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6FF25-ECD2-4A41-A45F-5D78FCE30778}">
      <dsp:nvSpPr>
        <dsp:cNvPr id="0" name=""/>
        <dsp:cNvSpPr/>
      </dsp:nvSpPr>
      <dsp:spPr>
        <a:xfrm>
          <a:off x="0" y="602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React, Vite, Tailwind CSS</a:t>
          </a:r>
        </a:p>
      </dsp:txBody>
      <dsp:txXfrm>
        <a:off x="0" y="602"/>
        <a:ext cx="4937760" cy="987310"/>
      </dsp:txXfrm>
    </dsp:sp>
    <dsp:sp modelId="{54941BEB-530E-40AD-B679-659FF85013F6}">
      <dsp:nvSpPr>
        <dsp:cNvPr id="0" name=""/>
        <dsp:cNvSpPr/>
      </dsp:nvSpPr>
      <dsp:spPr>
        <a:xfrm>
          <a:off x="0" y="987913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7121C-A13B-47A1-A54A-1C2251430B50}">
      <dsp:nvSpPr>
        <dsp:cNvPr id="0" name=""/>
        <dsp:cNvSpPr/>
      </dsp:nvSpPr>
      <dsp:spPr>
        <a:xfrm>
          <a:off x="0" y="987913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Node.js, Express.js, Mongoose</a:t>
          </a:r>
        </a:p>
      </dsp:txBody>
      <dsp:txXfrm>
        <a:off x="0" y="987913"/>
        <a:ext cx="4937760" cy="987310"/>
      </dsp:txXfrm>
    </dsp:sp>
    <dsp:sp modelId="{68AFFB0A-CADC-44CB-92A3-EF2A636BE4BC}">
      <dsp:nvSpPr>
        <dsp:cNvPr id="0" name=""/>
        <dsp:cNvSpPr/>
      </dsp:nvSpPr>
      <dsp:spPr>
        <a:xfrm>
          <a:off x="0" y="1975224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80724-2211-4025-B879-B0835F22F4A0}">
      <dsp:nvSpPr>
        <dsp:cNvPr id="0" name=""/>
        <dsp:cNvSpPr/>
      </dsp:nvSpPr>
      <dsp:spPr>
        <a:xfrm>
          <a:off x="0" y="1975224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MongoDB Atlas database</a:t>
          </a:r>
        </a:p>
      </dsp:txBody>
      <dsp:txXfrm>
        <a:off x="0" y="1975224"/>
        <a:ext cx="4937760" cy="987310"/>
      </dsp:txXfrm>
    </dsp:sp>
    <dsp:sp modelId="{EC928624-BE6C-439B-9024-BD1E88F111FE}">
      <dsp:nvSpPr>
        <dsp:cNvPr id="0" name=""/>
        <dsp:cNvSpPr/>
      </dsp:nvSpPr>
      <dsp:spPr>
        <a:xfrm>
          <a:off x="0" y="2962535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3248F-65A1-46C0-96BD-F2DAE8814894}">
      <dsp:nvSpPr>
        <dsp:cNvPr id="0" name=""/>
        <dsp:cNvSpPr/>
      </dsp:nvSpPr>
      <dsp:spPr>
        <a:xfrm>
          <a:off x="0" y="2962535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JWT and bcrypt security</a:t>
          </a:r>
        </a:p>
      </dsp:txBody>
      <dsp:txXfrm>
        <a:off x="0" y="2962535"/>
        <a:ext cx="4937760" cy="987310"/>
      </dsp:txXfrm>
    </dsp:sp>
    <dsp:sp modelId="{7A4E711F-702D-4C3F-8846-7F3965943C63}">
      <dsp:nvSpPr>
        <dsp:cNvPr id="0" name=""/>
        <dsp:cNvSpPr/>
      </dsp:nvSpPr>
      <dsp:spPr>
        <a:xfrm>
          <a:off x="0" y="3949846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804AA-AD86-4017-A360-9CE0B8D9CEFA}">
      <dsp:nvSpPr>
        <dsp:cNvPr id="0" name=""/>
        <dsp:cNvSpPr/>
      </dsp:nvSpPr>
      <dsp:spPr>
        <a:xfrm>
          <a:off x="0" y="3949846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Vercel deployment</a:t>
          </a:r>
        </a:p>
      </dsp:txBody>
      <dsp:txXfrm>
        <a:off x="0" y="3949846"/>
        <a:ext cx="4937760" cy="987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E2618-0511-41EE-9E52-8E74F298AD19}">
      <dsp:nvSpPr>
        <dsp:cNvPr id="0" name=""/>
        <dsp:cNvSpPr/>
      </dsp:nvSpPr>
      <dsp:spPr>
        <a:xfrm>
          <a:off x="0" y="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7E748-A9A8-4E3E-BA41-2A3C51148259}">
      <dsp:nvSpPr>
        <dsp:cNvPr id="0" name=""/>
        <dsp:cNvSpPr/>
      </dsp:nvSpPr>
      <dsp:spPr>
        <a:xfrm>
          <a:off x="0" y="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Users, Rooms, Billing, Maintenance, Notifications</a:t>
          </a:r>
        </a:p>
      </dsp:txBody>
      <dsp:txXfrm>
        <a:off x="0" y="0"/>
        <a:ext cx="4937760" cy="1234440"/>
      </dsp:txXfrm>
    </dsp:sp>
    <dsp:sp modelId="{933F6A48-0A5E-4DAE-BF86-99DBB9F730BF}">
      <dsp:nvSpPr>
        <dsp:cNvPr id="0" name=""/>
        <dsp:cNvSpPr/>
      </dsp:nvSpPr>
      <dsp:spPr>
        <a:xfrm>
          <a:off x="0" y="123444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96B8D-7DF5-48F7-BC06-A0373EE0F7ED}">
      <dsp:nvSpPr>
        <dsp:cNvPr id="0" name=""/>
        <dsp:cNvSpPr/>
      </dsp:nvSpPr>
      <dsp:spPr>
        <a:xfrm>
          <a:off x="0" y="123444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References connect residents, rooms, and bills</a:t>
          </a:r>
        </a:p>
      </dsp:txBody>
      <dsp:txXfrm>
        <a:off x="0" y="1234440"/>
        <a:ext cx="4937760" cy="1234440"/>
      </dsp:txXfrm>
    </dsp:sp>
    <dsp:sp modelId="{8398967F-388C-4EDB-8A5B-8F42E8A7CA2D}">
      <dsp:nvSpPr>
        <dsp:cNvPr id="0" name=""/>
        <dsp:cNvSpPr/>
      </dsp:nvSpPr>
      <dsp:spPr>
        <a:xfrm>
          <a:off x="0" y="246888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C56E0-7EE6-4A9A-B8F7-D3DC96A4B6B9}">
      <dsp:nvSpPr>
        <dsp:cNvPr id="0" name=""/>
        <dsp:cNvSpPr/>
      </dsp:nvSpPr>
      <dsp:spPr>
        <a:xfrm>
          <a:off x="0" y="246888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Billing stores PhonePe transaction information</a:t>
          </a:r>
        </a:p>
      </dsp:txBody>
      <dsp:txXfrm>
        <a:off x="0" y="2468880"/>
        <a:ext cx="4937760" cy="1234440"/>
      </dsp:txXfrm>
    </dsp:sp>
    <dsp:sp modelId="{37175871-919A-402B-8010-B9F614EC8C51}">
      <dsp:nvSpPr>
        <dsp:cNvPr id="0" name=""/>
        <dsp:cNvSpPr/>
      </dsp:nvSpPr>
      <dsp:spPr>
        <a:xfrm>
          <a:off x="0" y="370332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D7355-BFD7-4D36-A3A9-E9A19E62F23C}">
      <dsp:nvSpPr>
        <dsp:cNvPr id="0" name=""/>
        <dsp:cNvSpPr/>
      </dsp:nvSpPr>
      <dsp:spPr>
        <a:xfrm>
          <a:off x="0" y="370332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Maintenance stores priority and status</a:t>
          </a:r>
        </a:p>
      </dsp:txBody>
      <dsp:txXfrm>
        <a:off x="0" y="3703320"/>
        <a:ext cx="4937760" cy="12344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DB0CFE-5CB0-4F6D-9E0C-F535755AD730}">
      <dsp:nvSpPr>
        <dsp:cNvPr id="0" name=""/>
        <dsp:cNvSpPr/>
      </dsp:nvSpPr>
      <dsp:spPr>
        <a:xfrm>
          <a:off x="1249810" y="263"/>
          <a:ext cx="2438139" cy="743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Resident starts PhonePe checkout</a:t>
          </a:r>
        </a:p>
      </dsp:txBody>
      <dsp:txXfrm>
        <a:off x="1249810" y="263"/>
        <a:ext cx="2438139" cy="743632"/>
      </dsp:txXfrm>
    </dsp:sp>
    <dsp:sp modelId="{E4ED3897-E94E-4F25-9EF3-D5B380930A0A}">
      <dsp:nvSpPr>
        <dsp:cNvPr id="0" name=""/>
        <dsp:cNvSpPr/>
      </dsp:nvSpPr>
      <dsp:spPr>
        <a:xfrm>
          <a:off x="1249810" y="1048663"/>
          <a:ext cx="2438139" cy="743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Backend creates merchant order</a:t>
          </a:r>
        </a:p>
      </dsp:txBody>
      <dsp:txXfrm>
        <a:off x="1249810" y="1048663"/>
        <a:ext cx="2438139" cy="743632"/>
      </dsp:txXfrm>
    </dsp:sp>
    <dsp:sp modelId="{EB231E50-CE6F-4F37-A163-1C6C7C6A459D}">
      <dsp:nvSpPr>
        <dsp:cNvPr id="0" name=""/>
        <dsp:cNvSpPr/>
      </dsp:nvSpPr>
      <dsp:spPr>
        <a:xfrm>
          <a:off x="1249810" y="2097063"/>
          <a:ext cx="2438139" cy="743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PhonePe returns checkout URL</a:t>
          </a:r>
        </a:p>
      </dsp:txBody>
      <dsp:txXfrm>
        <a:off x="1249810" y="2097063"/>
        <a:ext cx="2438139" cy="743632"/>
      </dsp:txXfrm>
    </dsp:sp>
    <dsp:sp modelId="{FA20A0E9-B9C0-4DFA-B090-EEA650EEC83D}">
      <dsp:nvSpPr>
        <dsp:cNvPr id="0" name=""/>
        <dsp:cNvSpPr/>
      </dsp:nvSpPr>
      <dsp:spPr>
        <a:xfrm>
          <a:off x="1249810" y="3145463"/>
          <a:ext cx="2438139" cy="743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Backend verifies order status</a:t>
          </a:r>
        </a:p>
      </dsp:txBody>
      <dsp:txXfrm>
        <a:off x="1249810" y="3145463"/>
        <a:ext cx="2438139" cy="743632"/>
      </dsp:txXfrm>
    </dsp:sp>
    <dsp:sp modelId="{A5EB1923-498F-4AF7-A24B-344E461BC1AC}">
      <dsp:nvSpPr>
        <dsp:cNvPr id="0" name=""/>
        <dsp:cNvSpPr/>
      </dsp:nvSpPr>
      <dsp:spPr>
        <a:xfrm>
          <a:off x="1249810" y="4193863"/>
          <a:ext cx="2438139" cy="743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Invoice becomes Paid after completion</a:t>
          </a:r>
        </a:p>
      </dsp:txBody>
      <dsp:txXfrm>
        <a:off x="1249810" y="4193863"/>
        <a:ext cx="2438139" cy="7436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AA8DC-3424-4EBD-9B0D-6C6AA9EE9094}">
      <dsp:nvSpPr>
        <dsp:cNvPr id="0" name=""/>
        <dsp:cNvSpPr/>
      </dsp:nvSpPr>
      <dsp:spPr>
        <a:xfrm>
          <a:off x="0" y="57779"/>
          <a:ext cx="4937760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Light professional theme</a:t>
          </a:r>
        </a:p>
      </dsp:txBody>
      <dsp:txXfrm>
        <a:off x="55687" y="113466"/>
        <a:ext cx="4826386" cy="1029376"/>
      </dsp:txXfrm>
    </dsp:sp>
    <dsp:sp modelId="{38B713DF-93A8-4B83-A263-BFE9C074568A}">
      <dsp:nvSpPr>
        <dsp:cNvPr id="0" name=""/>
        <dsp:cNvSpPr/>
      </dsp:nvSpPr>
      <dsp:spPr>
        <a:xfrm>
          <a:off x="0" y="1284929"/>
          <a:ext cx="4937760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Sharp rectangular cards</a:t>
          </a:r>
        </a:p>
      </dsp:txBody>
      <dsp:txXfrm>
        <a:off x="55687" y="1340616"/>
        <a:ext cx="4826386" cy="1029376"/>
      </dsp:txXfrm>
    </dsp:sp>
    <dsp:sp modelId="{8393452C-505C-46E2-8A1A-E124BC04CD0D}">
      <dsp:nvSpPr>
        <dsp:cNvPr id="0" name=""/>
        <dsp:cNvSpPr/>
      </dsp:nvSpPr>
      <dsp:spPr>
        <a:xfrm>
          <a:off x="0" y="2512080"/>
          <a:ext cx="4937760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Pie, bar, and area-style charts</a:t>
          </a:r>
        </a:p>
      </dsp:txBody>
      <dsp:txXfrm>
        <a:off x="55687" y="2567767"/>
        <a:ext cx="4826386" cy="1029376"/>
      </dsp:txXfrm>
    </dsp:sp>
    <dsp:sp modelId="{24A68678-FC52-4237-AAE3-C360EC554A22}">
      <dsp:nvSpPr>
        <dsp:cNvPr id="0" name=""/>
        <dsp:cNvSpPr/>
      </dsp:nvSpPr>
      <dsp:spPr>
        <a:xfrm>
          <a:off x="0" y="3739230"/>
          <a:ext cx="4937760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Role-specific data presentation</a:t>
          </a:r>
        </a:p>
      </dsp:txBody>
      <dsp:txXfrm>
        <a:off x="55687" y="3794917"/>
        <a:ext cx="482638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161A1-399B-466C-95F4-E4F377DCE711}">
      <dsp:nvSpPr>
        <dsp:cNvPr id="0" name=""/>
        <dsp:cNvSpPr/>
      </dsp:nvSpPr>
      <dsp:spPr>
        <a:xfrm>
          <a:off x="0" y="862380"/>
          <a:ext cx="4937760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Parallel billing/resident fetches</a:t>
          </a:r>
        </a:p>
      </dsp:txBody>
      <dsp:txXfrm>
        <a:off x="28557" y="890937"/>
        <a:ext cx="4880646" cy="527886"/>
      </dsp:txXfrm>
    </dsp:sp>
    <dsp:sp modelId="{D03F5507-3AA5-47D8-8FDC-1CBC80613328}">
      <dsp:nvSpPr>
        <dsp:cNvPr id="0" name=""/>
        <dsp:cNvSpPr/>
      </dsp:nvSpPr>
      <dsp:spPr>
        <a:xfrm>
          <a:off x="0" y="1519380"/>
          <a:ext cx="4937760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Dedicated my-room endpoint</a:t>
          </a:r>
        </a:p>
      </dsp:txBody>
      <dsp:txXfrm>
        <a:off x="28557" y="1547937"/>
        <a:ext cx="4880646" cy="527886"/>
      </dsp:txXfrm>
    </dsp:sp>
    <dsp:sp modelId="{761F7039-0D61-4164-87A1-419753FEE46B}">
      <dsp:nvSpPr>
        <dsp:cNvPr id="0" name=""/>
        <dsp:cNvSpPr/>
      </dsp:nvSpPr>
      <dsp:spPr>
        <a:xfrm>
          <a:off x="0" y="2176380"/>
          <a:ext cx="4937760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Lean MongoDB queries</a:t>
          </a:r>
        </a:p>
      </dsp:txBody>
      <dsp:txXfrm>
        <a:off x="28557" y="2204937"/>
        <a:ext cx="4880646" cy="527886"/>
      </dsp:txXfrm>
    </dsp:sp>
    <dsp:sp modelId="{647AA610-A7B1-4275-8DEA-41B4785E32B0}">
      <dsp:nvSpPr>
        <dsp:cNvPr id="0" name=""/>
        <dsp:cNvSpPr/>
      </dsp:nvSpPr>
      <dsp:spPr>
        <a:xfrm>
          <a:off x="0" y="2833380"/>
          <a:ext cx="4937760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Local maintenance state update</a:t>
          </a:r>
        </a:p>
      </dsp:txBody>
      <dsp:txXfrm>
        <a:off x="28557" y="2861937"/>
        <a:ext cx="4880646" cy="527886"/>
      </dsp:txXfrm>
    </dsp:sp>
    <dsp:sp modelId="{E33BB8CE-7517-4FB0-8C80-95574B323572}">
      <dsp:nvSpPr>
        <dsp:cNvPr id="0" name=""/>
        <dsp:cNvSpPr/>
      </dsp:nvSpPr>
      <dsp:spPr>
        <a:xfrm>
          <a:off x="0" y="3490380"/>
          <a:ext cx="4937760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Clear database error handling</a:t>
          </a:r>
        </a:p>
      </dsp:txBody>
      <dsp:txXfrm>
        <a:off x="28557" y="3518937"/>
        <a:ext cx="4880646" cy="5278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0EC1D-00EC-4D19-AE84-0EF95120E350}">
      <dsp:nvSpPr>
        <dsp:cNvPr id="0" name=""/>
        <dsp:cNvSpPr/>
      </dsp:nvSpPr>
      <dsp:spPr>
        <a:xfrm>
          <a:off x="0" y="602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B04C5-49AF-4D57-A268-3B43374FB762}">
      <dsp:nvSpPr>
        <dsp:cNvPr id="0" name=""/>
        <dsp:cNvSpPr/>
      </dsp:nvSpPr>
      <dsp:spPr>
        <a:xfrm>
          <a:off x="0" y="602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Frontend build verified</a:t>
          </a:r>
        </a:p>
      </dsp:txBody>
      <dsp:txXfrm>
        <a:off x="0" y="602"/>
        <a:ext cx="4937760" cy="987310"/>
      </dsp:txXfrm>
    </dsp:sp>
    <dsp:sp modelId="{A42B46C2-F182-4F2B-A29D-9190892F9548}">
      <dsp:nvSpPr>
        <dsp:cNvPr id="0" name=""/>
        <dsp:cNvSpPr/>
      </dsp:nvSpPr>
      <dsp:spPr>
        <a:xfrm>
          <a:off x="0" y="987913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AA66F-6EF0-46D4-B4F3-8D7BD7C821C7}">
      <dsp:nvSpPr>
        <dsp:cNvPr id="0" name=""/>
        <dsp:cNvSpPr/>
      </dsp:nvSpPr>
      <dsp:spPr>
        <a:xfrm>
          <a:off x="0" y="987913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Backend routes verified</a:t>
          </a:r>
        </a:p>
      </dsp:txBody>
      <dsp:txXfrm>
        <a:off x="0" y="987913"/>
        <a:ext cx="4937760" cy="987310"/>
      </dsp:txXfrm>
    </dsp:sp>
    <dsp:sp modelId="{2F8C421D-28C1-4089-AB2E-2B4D138DE292}">
      <dsp:nvSpPr>
        <dsp:cNvPr id="0" name=""/>
        <dsp:cNvSpPr/>
      </dsp:nvSpPr>
      <dsp:spPr>
        <a:xfrm>
          <a:off x="0" y="1975224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DFBC5-7846-4905-90BB-363CAF585C59}">
      <dsp:nvSpPr>
        <dsp:cNvPr id="0" name=""/>
        <dsp:cNvSpPr/>
      </dsp:nvSpPr>
      <dsp:spPr>
        <a:xfrm>
          <a:off x="0" y="1975224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Vercel frontend and backend configs</a:t>
          </a:r>
        </a:p>
      </dsp:txBody>
      <dsp:txXfrm>
        <a:off x="0" y="1975224"/>
        <a:ext cx="4937760" cy="987310"/>
      </dsp:txXfrm>
    </dsp:sp>
    <dsp:sp modelId="{4C963753-7DBB-434E-8829-31A921074A75}">
      <dsp:nvSpPr>
        <dsp:cNvPr id="0" name=""/>
        <dsp:cNvSpPr/>
      </dsp:nvSpPr>
      <dsp:spPr>
        <a:xfrm>
          <a:off x="0" y="2962535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13BD1-8076-4E42-8445-596EBD21A321}">
      <dsp:nvSpPr>
        <dsp:cNvPr id="0" name=""/>
        <dsp:cNvSpPr/>
      </dsp:nvSpPr>
      <dsp:spPr>
        <a:xfrm>
          <a:off x="0" y="2962535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MongoDB Atlas network access</a:t>
          </a:r>
        </a:p>
      </dsp:txBody>
      <dsp:txXfrm>
        <a:off x="0" y="2962535"/>
        <a:ext cx="4937760" cy="987310"/>
      </dsp:txXfrm>
    </dsp:sp>
    <dsp:sp modelId="{A6801381-792B-46DD-8BD3-3793DE41AF6F}">
      <dsp:nvSpPr>
        <dsp:cNvPr id="0" name=""/>
        <dsp:cNvSpPr/>
      </dsp:nvSpPr>
      <dsp:spPr>
        <a:xfrm>
          <a:off x="0" y="3949846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D3C15-5C06-4467-A308-A13819E156A4}">
      <dsp:nvSpPr>
        <dsp:cNvPr id="0" name=""/>
        <dsp:cNvSpPr/>
      </dsp:nvSpPr>
      <dsp:spPr>
        <a:xfrm>
          <a:off x="0" y="3949846"/>
          <a:ext cx="4937760" cy="987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Environment variables for production</a:t>
          </a:r>
        </a:p>
      </dsp:txBody>
      <dsp:txXfrm>
        <a:off x="0" y="3949846"/>
        <a:ext cx="4937760" cy="9873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919CE-8B26-4FEB-AEAC-9D3C7912CD33}">
      <dsp:nvSpPr>
        <dsp:cNvPr id="0" name=""/>
        <dsp:cNvSpPr/>
      </dsp:nvSpPr>
      <dsp:spPr>
        <a:xfrm>
          <a:off x="0" y="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5CF4E-26A2-4B37-88B7-D351C0FCC18B}">
      <dsp:nvSpPr>
        <dsp:cNvPr id="0" name=""/>
        <dsp:cNvSpPr/>
      </dsp:nvSpPr>
      <dsp:spPr>
        <a:xfrm>
          <a:off x="0" y="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Digital solution for hostel administration</a:t>
          </a:r>
        </a:p>
      </dsp:txBody>
      <dsp:txXfrm>
        <a:off x="0" y="0"/>
        <a:ext cx="4937760" cy="1234440"/>
      </dsp:txXfrm>
    </dsp:sp>
    <dsp:sp modelId="{5270C0CB-B7BB-4BE7-B2E4-6E500729B952}">
      <dsp:nvSpPr>
        <dsp:cNvPr id="0" name=""/>
        <dsp:cNvSpPr/>
      </dsp:nvSpPr>
      <dsp:spPr>
        <a:xfrm>
          <a:off x="0" y="123444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07AE1-5B0D-4026-B532-F79FDE232DC2}">
      <dsp:nvSpPr>
        <dsp:cNvPr id="0" name=""/>
        <dsp:cNvSpPr/>
      </dsp:nvSpPr>
      <dsp:spPr>
        <a:xfrm>
          <a:off x="0" y="123444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Improves speed and transparency</a:t>
          </a:r>
        </a:p>
      </dsp:txBody>
      <dsp:txXfrm>
        <a:off x="0" y="1234440"/>
        <a:ext cx="4937760" cy="1234440"/>
      </dsp:txXfrm>
    </dsp:sp>
    <dsp:sp modelId="{5E6509F6-C4E6-490B-A346-571CCFF854D5}">
      <dsp:nvSpPr>
        <dsp:cNvPr id="0" name=""/>
        <dsp:cNvSpPr/>
      </dsp:nvSpPr>
      <dsp:spPr>
        <a:xfrm>
          <a:off x="0" y="246888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74507-6F86-4931-9F9C-72E3F991C864}">
      <dsp:nvSpPr>
        <dsp:cNvPr id="0" name=""/>
        <dsp:cNvSpPr/>
      </dsp:nvSpPr>
      <dsp:spPr>
        <a:xfrm>
          <a:off x="0" y="246888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Demonstrates full-stack engineering</a:t>
          </a:r>
        </a:p>
      </dsp:txBody>
      <dsp:txXfrm>
        <a:off x="0" y="2468880"/>
        <a:ext cx="4937760" cy="1234440"/>
      </dsp:txXfrm>
    </dsp:sp>
    <dsp:sp modelId="{437B5796-7A57-41B2-9167-FE881473E805}">
      <dsp:nvSpPr>
        <dsp:cNvPr id="0" name=""/>
        <dsp:cNvSpPr/>
      </dsp:nvSpPr>
      <dsp:spPr>
        <a:xfrm>
          <a:off x="0" y="3703320"/>
          <a:ext cx="4937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AFCDF-E22C-457A-B57F-80BE497A6FDB}">
      <dsp:nvSpPr>
        <dsp:cNvPr id="0" name=""/>
        <dsp:cNvSpPr/>
      </dsp:nvSpPr>
      <dsp:spPr>
        <a:xfrm>
          <a:off x="0" y="3703320"/>
          <a:ext cx="4937760" cy="123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Future scope: PDF invoices, SMS/email, analytics</a:t>
          </a:r>
        </a:p>
      </dsp:txBody>
      <dsp:txXfrm>
        <a:off x="0" y="3703320"/>
        <a:ext cx="4937760" cy="1234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9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2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4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97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9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4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4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5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7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4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7508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3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5068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35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56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57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2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Hostel Management System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DCAC87B9-EBE9-AFD8-8A9F-44001C5D20FD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pic>
        <p:nvPicPr>
          <p:cNvPr id="5" name="Picture 4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848CC730-FA02-EA16-FFB8-9416133184CA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Proposed System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3E8EC16C-CB43-6C4B-4BC0-A69DC762D730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pic>
        <p:nvPicPr>
          <p:cNvPr id="5" name="Picture 4" descr="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509C58F3-ED1B-209D-48BC-BB0BF0C34BC7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Database Design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9ED3ABB8-A717-C8A6-C291-8B59D6C48595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Payment Integration</a:t>
            </a:r>
          </a:p>
        </p:txBody>
      </p:sp>
      <p:pic>
        <p:nvPicPr>
          <p:cNvPr id="5" name="Picture 4" descr="payment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9510BA62-E542-A306-3D72-07952E5A453F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Dashboard and UI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FB4BDC20-734A-CE28-6FF4-C0991FB51569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Performance Improvements</a:t>
            </a:r>
          </a:p>
        </p:txBody>
      </p:sp>
      <p:pic>
        <p:nvPicPr>
          <p:cNvPr id="5" name="Picture 4" descr="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4A46BFCA-B893-BF44-6582-6241AD0A6F16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Testing and Deployment</a:t>
            </a:r>
          </a:p>
        </p:txBody>
      </p:sp>
      <p:pic>
        <p:nvPicPr>
          <p:cNvPr id="5" name="Picture 4" descr="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FBBB5B62-7EB7-F200-325B-A2DBA8C74B9D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pic>
        <p:nvPicPr>
          <p:cNvPr id="5" name="Picture 4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943600" cy="3608614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5F2B65E7-9B6B-2CF4-5E42-CB684D3BA11E}"/>
              </a:ext>
            </a:extLst>
          </p:cNvPr>
          <p:cNvGraphicFramePr/>
          <p:nvPr/>
        </p:nvGraphicFramePr>
        <p:xfrm>
          <a:off x="594360" y="1234440"/>
          <a:ext cx="49377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237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Sumit Kumar</cp:lastModifiedBy>
  <cp:revision>2</cp:revision>
  <dcterms:created xsi:type="dcterms:W3CDTF">2013-01-27T09:14:16Z</dcterms:created>
  <dcterms:modified xsi:type="dcterms:W3CDTF">2026-05-02T10:17:07Z</dcterms:modified>
  <cp:category/>
</cp:coreProperties>
</file>